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Assistant Medium"/>
      <p:regular r:id="rId19"/>
      <p:bold r:id="rId20"/>
    </p:embeddedFont>
    <p:embeddedFont>
      <p:font typeface="Roboto"/>
      <p:regular r:id="rId21"/>
      <p:bold r:id="rId22"/>
      <p:italic r:id="rId23"/>
      <p:boldItalic r:id="rId24"/>
    </p:embeddedFont>
    <p:embeddedFont>
      <p:font typeface="Assistant"/>
      <p:regular r:id="rId25"/>
      <p:bold r:id="rId26"/>
    </p:embeddedFont>
    <p:embeddedFont>
      <p:font typeface="Archivo"/>
      <p:regular r:id="rId27"/>
      <p:bold r:id="rId28"/>
      <p:italic r:id="rId29"/>
      <p:boldItalic r:id="rId30"/>
    </p:embeddedFont>
    <p:embeddedFont>
      <p:font typeface="DM Sans"/>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032843C-6531-487A-AE5A-FDD01C72E7F7}">
  <a:tblStyle styleId="{9032843C-6531-487A-AE5A-FDD01C72E7F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AssistantMedium-bold.fntdata"/><Relationship Id="rId22" Type="http://schemas.openxmlformats.org/officeDocument/2006/relationships/font" Target="fonts/Roboto-bold.fntdata"/><Relationship Id="rId21" Type="http://schemas.openxmlformats.org/officeDocument/2006/relationships/font" Target="fonts/Roboto-regular.fntdata"/><Relationship Id="rId24" Type="http://schemas.openxmlformats.org/officeDocument/2006/relationships/font" Target="fonts/Roboto-boldItalic.fntdata"/><Relationship Id="rId23" Type="http://schemas.openxmlformats.org/officeDocument/2006/relationships/font" Target="fonts/Roboto-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Assistant-bold.fntdata"/><Relationship Id="rId25" Type="http://schemas.openxmlformats.org/officeDocument/2006/relationships/font" Target="fonts/Assistant-regular.fntdata"/><Relationship Id="rId28" Type="http://schemas.openxmlformats.org/officeDocument/2006/relationships/font" Target="fonts/Archivo-bold.fntdata"/><Relationship Id="rId27" Type="http://schemas.openxmlformats.org/officeDocument/2006/relationships/font" Target="fonts/Archiv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Archivo-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DMSans-regular.fntdata"/><Relationship Id="rId30" Type="http://schemas.openxmlformats.org/officeDocument/2006/relationships/font" Target="fonts/Archivo-boldItalic.fntdata"/><Relationship Id="rId11" Type="http://schemas.openxmlformats.org/officeDocument/2006/relationships/slide" Target="slides/slide6.xml"/><Relationship Id="rId33" Type="http://schemas.openxmlformats.org/officeDocument/2006/relationships/font" Target="fonts/DMSans-italic.fntdata"/><Relationship Id="rId10" Type="http://schemas.openxmlformats.org/officeDocument/2006/relationships/slide" Target="slides/slide5.xml"/><Relationship Id="rId32" Type="http://schemas.openxmlformats.org/officeDocument/2006/relationships/font" Target="fonts/DMSans-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DMSans-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AssistantMedium-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d6df39fbc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3d6df39fbc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3d731099c3e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3d731099c3e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d6df39fbca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4" name="Google Shape;544;g3d6df39fbca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Simrika</a:t>
            </a:r>
            <a:endParaRPr b="1"/>
          </a:p>
          <a:p>
            <a:pPr indent="0" lvl="0" marL="0" rtl="0" algn="l">
              <a:spcBef>
                <a:spcPts val="0"/>
              </a:spcBef>
              <a:spcAft>
                <a:spcPts val="0"/>
              </a:spcAft>
              <a:buNone/>
            </a:pPr>
            <a:r>
              <a:rPr b="1" lang="en"/>
              <a:t>Hydration Backpack system:</a:t>
            </a:r>
            <a:endParaRPr b="1"/>
          </a:p>
          <a:p>
            <a:pPr indent="-298450" lvl="0" marL="457200" rtl="0" algn="l">
              <a:spcBef>
                <a:spcPts val="0"/>
              </a:spcBef>
              <a:spcAft>
                <a:spcPts val="0"/>
              </a:spcAft>
              <a:buSzPts val="1100"/>
              <a:buChar char="-"/>
            </a:pPr>
            <a:r>
              <a:rPr lang="en"/>
              <a:t>Works within the social network level of the SEF</a:t>
            </a:r>
            <a:endParaRPr/>
          </a:p>
          <a:p>
            <a:pPr indent="-298450" lvl="0" marL="457200" rtl="0" algn="l">
              <a:spcBef>
                <a:spcPts val="0"/>
              </a:spcBef>
              <a:spcAft>
                <a:spcPts val="0"/>
              </a:spcAft>
              <a:buSzPts val="1100"/>
              <a:buChar char="-"/>
            </a:pPr>
            <a:r>
              <a:rPr lang="en"/>
              <a:t>Conducted researched in eastern North Craolina</a:t>
            </a:r>
            <a:endParaRPr/>
          </a:p>
          <a:p>
            <a:pPr indent="-298450" lvl="0" marL="457200" rtl="0" algn="l">
              <a:spcBef>
                <a:spcPts val="0"/>
              </a:spcBef>
              <a:spcAft>
                <a:spcPts val="0"/>
              </a:spcAft>
              <a:buSzPts val="1100"/>
              <a:buChar char="-"/>
            </a:pPr>
            <a:r>
              <a:rPr lang="en"/>
              <a:t>Initially disbributed 200 backpacks</a:t>
            </a:r>
            <a:endParaRPr/>
          </a:p>
          <a:p>
            <a:pPr indent="-298450" lvl="0" marL="457200" rtl="0" algn="l">
              <a:spcBef>
                <a:spcPts val="0"/>
              </a:spcBef>
              <a:spcAft>
                <a:spcPts val="0"/>
              </a:spcAft>
              <a:buSzPts val="1100"/>
              <a:buChar char="-"/>
            </a:pPr>
            <a:r>
              <a:rPr lang="en"/>
              <a:t>Around 50 participants completed the survey about the effectiveness of this intervention</a:t>
            </a:r>
            <a:endParaRPr/>
          </a:p>
          <a:p>
            <a:pPr indent="-298450" lvl="1" marL="914400" rtl="0" algn="l">
              <a:spcBef>
                <a:spcPts val="0"/>
              </a:spcBef>
              <a:spcAft>
                <a:spcPts val="0"/>
              </a:spcAft>
              <a:buSzPts val="1100"/>
              <a:buChar char="-"/>
            </a:pPr>
            <a:r>
              <a:rPr lang="en"/>
              <a:t>All male, hispanic, migrant farmworkers</a:t>
            </a:r>
            <a:endParaRPr/>
          </a:p>
          <a:p>
            <a:pPr indent="-298450" lvl="1" marL="914400" rtl="0" algn="l">
              <a:spcBef>
                <a:spcPts val="0"/>
              </a:spcBef>
              <a:spcAft>
                <a:spcPts val="0"/>
              </a:spcAft>
              <a:buSzPts val="1100"/>
              <a:buChar char="-"/>
            </a:pPr>
            <a:r>
              <a:rPr lang="en"/>
              <a:t>Only 27% had a high school diploma, with majority having some middle school education</a:t>
            </a:r>
            <a:endParaRPr/>
          </a:p>
          <a:p>
            <a:pPr indent="-298450" lvl="1" marL="914400" rtl="0" algn="l">
              <a:spcBef>
                <a:spcPts val="0"/>
              </a:spcBef>
              <a:spcAft>
                <a:spcPts val="0"/>
              </a:spcAft>
              <a:buSzPts val="1100"/>
              <a:buChar char="-"/>
            </a:pPr>
            <a:r>
              <a:rPr lang="en"/>
              <a:t>Being paid through piece-rate system (paid by the hour)</a:t>
            </a:r>
            <a:endParaRPr/>
          </a:p>
          <a:p>
            <a:pPr indent="-298450" lvl="0" marL="457200" rtl="0" algn="l">
              <a:spcBef>
                <a:spcPts val="0"/>
              </a:spcBef>
              <a:spcAft>
                <a:spcPts val="0"/>
              </a:spcAft>
              <a:buSzPts val="1100"/>
              <a:buChar char="-"/>
            </a:pPr>
            <a:r>
              <a:rPr lang="en"/>
              <a:t>Intervention was very effective with a 92% increase in water intake and a majority reporting their </a:t>
            </a:r>
            <a:r>
              <a:rPr lang="en"/>
              <a:t>satisfaction</a:t>
            </a:r>
            <a:r>
              <a:rPr lang="en"/>
              <a:t> with the backpacks</a:t>
            </a:r>
            <a:endParaRPr/>
          </a:p>
          <a:p>
            <a:pPr indent="-298450" lvl="0" marL="457200" rtl="0" algn="l">
              <a:spcBef>
                <a:spcPts val="0"/>
              </a:spcBef>
              <a:spcAft>
                <a:spcPts val="0"/>
              </a:spcAft>
              <a:buSzPts val="1100"/>
              <a:buChar char="-"/>
            </a:pPr>
            <a:r>
              <a:rPr lang="en"/>
              <a:t>Partnership with the </a:t>
            </a:r>
            <a:r>
              <a:rPr lang="en"/>
              <a:t>employers or the government program may be needed to adopt this one a larger scale</a:t>
            </a:r>
            <a:endParaRPr/>
          </a:p>
          <a:p>
            <a:pPr indent="-298450" lvl="0" marL="457200" rtl="0" algn="l">
              <a:spcBef>
                <a:spcPts val="0"/>
              </a:spcBef>
              <a:spcAft>
                <a:spcPts val="0"/>
              </a:spcAft>
              <a:buSzPts val="1100"/>
              <a:buChar char="-"/>
            </a:pPr>
            <a:r>
              <a:rPr lang="en"/>
              <a:t>Majority reported that this backpack could be implemented in their work without interference</a:t>
            </a:r>
            <a:endParaRPr/>
          </a:p>
          <a:p>
            <a:pPr indent="-298450" lvl="0" marL="457200" rtl="0" algn="l">
              <a:spcBef>
                <a:spcPts val="0"/>
              </a:spcBef>
              <a:spcAft>
                <a:spcPts val="0"/>
              </a:spcAft>
              <a:buSzPts val="1100"/>
              <a:buChar char="-"/>
            </a:pPr>
            <a:r>
              <a:rPr lang="en"/>
              <a:t>Majority expressed continued interested, but a training session may be required.</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Reason why this intervention is not community-level when the leverage point is:</a:t>
            </a:r>
            <a:r>
              <a:rPr lang="en"/>
              <a:t> the study suggested no restriction by the town’s stakeholders, so this intervention happens between the employer and employee level.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Biases in convenience sample:</a:t>
            </a:r>
            <a:r>
              <a:rPr lang="en"/>
              <a:t> limitation to this pilot program, more pilot studies can help with this. Also expanding this to collect data from diverse population of farmworkers.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The 4.8 liters was a her shift intake. </a:t>
            </a:r>
            <a:endParaRPr b="1"/>
          </a:p>
          <a:p>
            <a:pPr indent="0" lvl="0" marL="0" rtl="0" algn="l">
              <a:spcBef>
                <a:spcPts val="0"/>
              </a:spcBef>
              <a:spcAft>
                <a:spcPts val="0"/>
              </a:spcAft>
              <a:buNone/>
            </a:pPr>
            <a:r>
              <a:t/>
            </a:r>
            <a:endParaRPr/>
          </a:p>
          <a:p>
            <a:pPr indent="0" lvl="0" marL="0" rtl="0" algn="l">
              <a:spcBef>
                <a:spcPts val="0"/>
              </a:spcBef>
              <a:spcAft>
                <a:spcPts val="0"/>
              </a:spcAft>
              <a:buNone/>
            </a:pPr>
            <a:r>
              <a:rPr b="1" lang="en"/>
              <a:t>Incentives could be provided to have better adoption to this system.</a:t>
            </a:r>
            <a:endParaRPr b="1"/>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d731099c3e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d731099c3e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3d731099c3e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3d731099c3e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Simrika</a:t>
            </a:r>
            <a:endParaRPr b="1"/>
          </a:p>
          <a:p>
            <a:pPr indent="0" lvl="0" marL="0" rtl="0" algn="l">
              <a:spcBef>
                <a:spcPts val="0"/>
              </a:spcBef>
              <a:spcAft>
                <a:spcPts val="0"/>
              </a:spcAft>
              <a:buNone/>
            </a:pPr>
            <a:r>
              <a:rPr b="1" lang="en"/>
              <a:t>Hydration Backpack system:</a:t>
            </a:r>
            <a:endParaRPr b="1"/>
          </a:p>
          <a:p>
            <a:pPr indent="-298450" lvl="0" marL="457200" rtl="0" algn="l">
              <a:spcBef>
                <a:spcPts val="0"/>
              </a:spcBef>
              <a:spcAft>
                <a:spcPts val="0"/>
              </a:spcAft>
              <a:buSzPts val="1100"/>
              <a:buChar char="-"/>
            </a:pPr>
            <a:r>
              <a:rPr lang="en"/>
              <a:t>Increased water consumption significantly, which is within the effectiveness of the REAIMS</a:t>
            </a:r>
            <a:endParaRPr/>
          </a:p>
          <a:p>
            <a:pPr indent="-298450" lvl="0" marL="457200" rtl="0" algn="l">
              <a:spcBef>
                <a:spcPts val="0"/>
              </a:spcBef>
              <a:spcAft>
                <a:spcPts val="0"/>
              </a:spcAft>
              <a:buSzPts val="1100"/>
              <a:buChar char="-"/>
            </a:pPr>
            <a:r>
              <a:rPr lang="en"/>
              <a:t>Suggesting it could also increase to other farmlands</a:t>
            </a:r>
            <a:endParaRPr/>
          </a:p>
          <a:p>
            <a:pPr indent="-298450" lvl="0" marL="457200" rtl="0" algn="l">
              <a:spcBef>
                <a:spcPts val="0"/>
              </a:spcBef>
              <a:spcAft>
                <a:spcPts val="0"/>
              </a:spcAft>
              <a:buSzPts val="1100"/>
              <a:buChar char="-"/>
            </a:pPr>
            <a:r>
              <a:rPr lang="en"/>
              <a:t>Only $20 per backpack, so relatively cost-effective for its implementation and adoption</a:t>
            </a:r>
            <a:endParaRPr/>
          </a:p>
          <a:p>
            <a:pPr indent="-298450" lvl="0" marL="457200" rtl="0" algn="l">
              <a:spcBef>
                <a:spcPts val="0"/>
              </a:spcBef>
              <a:spcAft>
                <a:spcPts val="0"/>
              </a:spcAft>
              <a:buSzPts val="1100"/>
              <a:buChar char="-"/>
            </a:pPr>
            <a:r>
              <a:rPr lang="en"/>
              <a:t>Could be a long-term solution for farmworkers if they have proper training to sanitize the backpack and work in larger field that have water sanitions further</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Workplace HRI Training</a:t>
            </a:r>
            <a:endParaRPr b="1"/>
          </a:p>
          <a:p>
            <a:pPr indent="-298450" lvl="0" marL="457200" rtl="0" algn="l">
              <a:spcBef>
                <a:spcPts val="0"/>
              </a:spcBef>
              <a:spcAft>
                <a:spcPts val="0"/>
              </a:spcAft>
              <a:buSzPts val="1100"/>
              <a:buChar char="-"/>
            </a:pPr>
            <a:r>
              <a:rPr lang="en"/>
              <a:t>Training about prevention stategies can be performed in groups and cover more topics, positive impacting reach</a:t>
            </a:r>
            <a:endParaRPr/>
          </a:p>
          <a:p>
            <a:pPr indent="-298450" lvl="0" marL="457200" rtl="0" algn="l">
              <a:spcBef>
                <a:spcPts val="0"/>
              </a:spcBef>
              <a:spcAft>
                <a:spcPts val="0"/>
              </a:spcAft>
              <a:buSzPts val="1100"/>
              <a:buChar char="-"/>
            </a:pPr>
            <a:r>
              <a:rPr lang="en"/>
              <a:t>Easier to implement because it only requires a </a:t>
            </a:r>
            <a:r>
              <a:rPr lang="en"/>
              <a:t>small</a:t>
            </a:r>
            <a:r>
              <a:rPr lang="en"/>
              <a:t> team to hold a large training session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d6df39fbca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d6df39fbca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3d731099c3e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3d731099c3e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d731099c3e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3d731099c3e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54dda1946d_6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54dda1946d_6_3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d731099c3e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3d731099c3e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d731099c3e_0_7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d731099c3e_0_7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g135e18421cc_13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3" name="Google Shape;623;g135e18421cc_13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109600" y="0"/>
            <a:ext cx="9353825" cy="5143500"/>
            <a:chOff x="-109600" y="0"/>
            <a:chExt cx="9353825" cy="5143500"/>
          </a:xfrm>
        </p:grpSpPr>
        <p:sp>
          <p:nvSpPr>
            <p:cNvPr id="10" name="Google Shape;10;p2"/>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 name="Google Shape;12;p2"/>
          <p:cNvSpPr/>
          <p:nvPr/>
        </p:nvSpPr>
        <p:spPr>
          <a:xfrm>
            <a:off x="0" y="0"/>
            <a:ext cx="1342725" cy="1393450"/>
          </a:xfrm>
          <a:custGeom>
            <a:rect b="b" l="l" r="r" t="t"/>
            <a:pathLst>
              <a:path extrusionOk="0" h="55738" w="53709">
                <a:moveTo>
                  <a:pt x="33918" y="1"/>
                </a:moveTo>
                <a:cubicBezTo>
                  <a:pt x="33532" y="18979"/>
                  <a:pt x="18715" y="34466"/>
                  <a:pt x="1" y="35927"/>
                </a:cubicBezTo>
                <a:lnTo>
                  <a:pt x="1" y="55738"/>
                </a:lnTo>
                <a:cubicBezTo>
                  <a:pt x="29635" y="54256"/>
                  <a:pt x="53302" y="29879"/>
                  <a:pt x="537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 name="Google Shape;13;p2"/>
          <p:cNvGrpSpPr/>
          <p:nvPr/>
        </p:nvGrpSpPr>
        <p:grpSpPr>
          <a:xfrm>
            <a:off x="-357280" y="868100"/>
            <a:ext cx="10023705" cy="4371548"/>
            <a:chOff x="-357280" y="868100"/>
            <a:chExt cx="10023705" cy="4371548"/>
          </a:xfrm>
        </p:grpSpPr>
        <p:sp>
          <p:nvSpPr>
            <p:cNvPr id="14" name="Google Shape;14;p2"/>
            <p:cNvSpPr/>
            <p:nvPr/>
          </p:nvSpPr>
          <p:spPr>
            <a:xfrm>
              <a:off x="4303270" y="4500613"/>
              <a:ext cx="735459" cy="739035"/>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357280" y="2613250"/>
              <a:ext cx="735459" cy="739035"/>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8430775" y="868100"/>
              <a:ext cx="1235650" cy="1241450"/>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 name="Google Shape;17;p2"/>
          <p:cNvGrpSpPr/>
          <p:nvPr/>
        </p:nvGrpSpPr>
        <p:grpSpPr>
          <a:xfrm>
            <a:off x="8430775" y="3513575"/>
            <a:ext cx="475790" cy="475790"/>
            <a:chOff x="5104475" y="3698925"/>
            <a:chExt cx="475790" cy="475790"/>
          </a:xfrm>
        </p:grpSpPr>
        <p:sp>
          <p:nvSpPr>
            <p:cNvPr id="18" name="Google Shape;18;p2"/>
            <p:cNvSpPr/>
            <p:nvPr/>
          </p:nvSpPr>
          <p:spPr>
            <a:xfrm>
              <a:off x="5104475" y="3698925"/>
              <a:ext cx="475790" cy="475790"/>
            </a:xfrm>
            <a:custGeom>
              <a:rect b="b" l="l" r="r" t="t"/>
              <a:pathLst>
                <a:path extrusionOk="0" h="16929" w="16929">
                  <a:moveTo>
                    <a:pt x="8464" y="0"/>
                  </a:moveTo>
                  <a:cubicBezTo>
                    <a:pt x="3796" y="0"/>
                    <a:pt x="0" y="3796"/>
                    <a:pt x="0" y="8464"/>
                  </a:cubicBezTo>
                  <a:cubicBezTo>
                    <a:pt x="0" y="13133"/>
                    <a:pt x="3796" y="16928"/>
                    <a:pt x="8464" y="16928"/>
                  </a:cubicBezTo>
                  <a:cubicBezTo>
                    <a:pt x="13133" y="16928"/>
                    <a:pt x="16929" y="13133"/>
                    <a:pt x="16929" y="8464"/>
                  </a:cubicBezTo>
                  <a:cubicBezTo>
                    <a:pt x="16929" y="3796"/>
                    <a:pt x="13133" y="0"/>
                    <a:pt x="84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5204306" y="3798166"/>
              <a:ext cx="276132" cy="277284"/>
            </a:xfrm>
            <a:custGeom>
              <a:rect b="b" l="l" r="r" t="t"/>
              <a:pathLst>
                <a:path extrusionOk="0" h="9866" w="9825">
                  <a:moveTo>
                    <a:pt x="4202" y="1"/>
                  </a:moveTo>
                  <a:cubicBezTo>
                    <a:pt x="3593" y="1"/>
                    <a:pt x="3289" y="285"/>
                    <a:pt x="3289" y="914"/>
                  </a:cubicBezTo>
                  <a:cubicBezTo>
                    <a:pt x="3289" y="1625"/>
                    <a:pt x="3289" y="2355"/>
                    <a:pt x="3289" y="3086"/>
                  </a:cubicBezTo>
                  <a:lnTo>
                    <a:pt x="3289" y="3289"/>
                  </a:lnTo>
                  <a:lnTo>
                    <a:pt x="873" y="3289"/>
                  </a:lnTo>
                  <a:cubicBezTo>
                    <a:pt x="305" y="3289"/>
                    <a:pt x="0" y="3594"/>
                    <a:pt x="0" y="4162"/>
                  </a:cubicBezTo>
                  <a:cubicBezTo>
                    <a:pt x="0" y="4669"/>
                    <a:pt x="0" y="5197"/>
                    <a:pt x="0" y="5705"/>
                  </a:cubicBezTo>
                  <a:cubicBezTo>
                    <a:pt x="0" y="5806"/>
                    <a:pt x="0" y="5908"/>
                    <a:pt x="21" y="6009"/>
                  </a:cubicBezTo>
                  <a:cubicBezTo>
                    <a:pt x="122" y="6374"/>
                    <a:pt x="427" y="6577"/>
                    <a:pt x="833" y="6577"/>
                  </a:cubicBezTo>
                  <a:lnTo>
                    <a:pt x="3289" y="6577"/>
                  </a:lnTo>
                  <a:lnTo>
                    <a:pt x="3289" y="6780"/>
                  </a:lnTo>
                  <a:cubicBezTo>
                    <a:pt x="3289" y="7531"/>
                    <a:pt x="3289" y="8262"/>
                    <a:pt x="3289" y="9013"/>
                  </a:cubicBezTo>
                  <a:cubicBezTo>
                    <a:pt x="3289" y="9561"/>
                    <a:pt x="3613" y="9866"/>
                    <a:pt x="4161" y="9866"/>
                  </a:cubicBezTo>
                  <a:lnTo>
                    <a:pt x="5684" y="9866"/>
                  </a:lnTo>
                  <a:cubicBezTo>
                    <a:pt x="6211" y="9866"/>
                    <a:pt x="6536" y="9561"/>
                    <a:pt x="6536" y="9013"/>
                  </a:cubicBezTo>
                  <a:cubicBezTo>
                    <a:pt x="6536" y="8262"/>
                    <a:pt x="6536" y="7511"/>
                    <a:pt x="6536" y="6760"/>
                  </a:cubicBezTo>
                  <a:lnTo>
                    <a:pt x="6536" y="6577"/>
                  </a:lnTo>
                  <a:lnTo>
                    <a:pt x="8952" y="6577"/>
                  </a:lnTo>
                  <a:cubicBezTo>
                    <a:pt x="9520" y="6577"/>
                    <a:pt x="9824" y="6273"/>
                    <a:pt x="9824" y="5705"/>
                  </a:cubicBezTo>
                  <a:cubicBezTo>
                    <a:pt x="9824" y="5197"/>
                    <a:pt x="9824" y="4669"/>
                    <a:pt x="9824" y="4162"/>
                  </a:cubicBezTo>
                  <a:cubicBezTo>
                    <a:pt x="9824" y="3594"/>
                    <a:pt x="9520" y="3289"/>
                    <a:pt x="8952" y="3289"/>
                  </a:cubicBezTo>
                  <a:lnTo>
                    <a:pt x="6536" y="3289"/>
                  </a:lnTo>
                  <a:lnTo>
                    <a:pt x="6536" y="3106"/>
                  </a:lnTo>
                  <a:cubicBezTo>
                    <a:pt x="6536" y="2355"/>
                    <a:pt x="6536" y="1604"/>
                    <a:pt x="6536" y="853"/>
                  </a:cubicBezTo>
                  <a:cubicBezTo>
                    <a:pt x="6536" y="305"/>
                    <a:pt x="6211" y="1"/>
                    <a:pt x="568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 name="Google Shape;20;p2"/>
          <p:cNvSpPr txBox="1"/>
          <p:nvPr>
            <p:ph type="ctrTitle"/>
          </p:nvPr>
        </p:nvSpPr>
        <p:spPr>
          <a:xfrm>
            <a:off x="713225" y="1732200"/>
            <a:ext cx="7717500" cy="1679100"/>
          </a:xfrm>
          <a:prstGeom prst="rect">
            <a:avLst/>
          </a:prstGeom>
        </p:spPr>
        <p:txBody>
          <a:bodyPr anchorCtr="0" anchor="b" bIns="91425" lIns="91425" spcFirstLastPara="1" rIns="91425" wrap="square" tIns="91425">
            <a:noAutofit/>
          </a:bodyPr>
          <a:lstStyle>
            <a:lvl1pPr lvl="0" algn="ctr">
              <a:spcBef>
                <a:spcPts val="0"/>
              </a:spcBef>
              <a:spcAft>
                <a:spcPts val="0"/>
              </a:spcAft>
              <a:buClr>
                <a:srgbClr val="191919"/>
              </a:buClr>
              <a:buSzPts val="5200"/>
              <a:buNone/>
              <a:defRPr sz="3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21" name="Google Shape;21;p2"/>
          <p:cNvSpPr txBox="1"/>
          <p:nvPr>
            <p:ph idx="1" type="subTitle"/>
          </p:nvPr>
        </p:nvSpPr>
        <p:spPr>
          <a:xfrm>
            <a:off x="713100" y="3622725"/>
            <a:ext cx="7717500" cy="475800"/>
          </a:xfrm>
          <a:prstGeom prst="rect">
            <a:avLst/>
          </a:prstGeom>
          <a:noFill/>
        </p:spPr>
        <p:txBody>
          <a:bodyPr anchorCtr="0" anchor="t" bIns="91425" lIns="91425" spcFirstLastPara="1" rIns="91425" wrap="square" tIns="91425">
            <a:noAutofit/>
          </a:bodyPr>
          <a:lstStyle>
            <a:lvl1pPr lvl="0" algn="ctr">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2" name="Shape 22"/>
        <p:cNvGrpSpPr/>
        <p:nvPr/>
      </p:nvGrpSpPr>
      <p:grpSpPr>
        <a:xfrm>
          <a:off x="0" y="0"/>
          <a:ext cx="0" cy="0"/>
          <a:chOff x="0" y="0"/>
          <a:chExt cx="0" cy="0"/>
        </a:xfrm>
      </p:grpSpPr>
      <p:grpSp>
        <p:nvGrpSpPr>
          <p:cNvPr id="23" name="Google Shape;23;p3"/>
          <p:cNvGrpSpPr/>
          <p:nvPr/>
        </p:nvGrpSpPr>
        <p:grpSpPr>
          <a:xfrm>
            <a:off x="-109600" y="0"/>
            <a:ext cx="9353825" cy="5143500"/>
            <a:chOff x="-109600" y="0"/>
            <a:chExt cx="9353825" cy="5143500"/>
          </a:xfrm>
        </p:grpSpPr>
        <p:sp>
          <p:nvSpPr>
            <p:cNvPr id="24" name="Google Shape;24;p3"/>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 name="Google Shape;26;p3"/>
          <p:cNvSpPr/>
          <p:nvPr/>
        </p:nvSpPr>
        <p:spPr>
          <a:xfrm rot="5400000">
            <a:off x="7775900" y="-25375"/>
            <a:ext cx="1342725" cy="1393450"/>
          </a:xfrm>
          <a:custGeom>
            <a:rect b="b" l="l" r="r" t="t"/>
            <a:pathLst>
              <a:path extrusionOk="0" h="55738" w="53709">
                <a:moveTo>
                  <a:pt x="33918" y="1"/>
                </a:moveTo>
                <a:cubicBezTo>
                  <a:pt x="33532" y="18979"/>
                  <a:pt x="18715" y="34466"/>
                  <a:pt x="1" y="35927"/>
                </a:cubicBezTo>
                <a:lnTo>
                  <a:pt x="1" y="55738"/>
                </a:lnTo>
                <a:cubicBezTo>
                  <a:pt x="29635" y="54256"/>
                  <a:pt x="53302" y="29879"/>
                  <a:pt x="537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txBox="1"/>
          <p:nvPr>
            <p:ph type="title"/>
          </p:nvPr>
        </p:nvSpPr>
        <p:spPr>
          <a:xfrm>
            <a:off x="1476825" y="2742050"/>
            <a:ext cx="4720800" cy="8079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8" name="Google Shape;28;p3"/>
          <p:cNvSpPr txBox="1"/>
          <p:nvPr>
            <p:ph hasCustomPrompt="1" idx="2" type="title"/>
          </p:nvPr>
        </p:nvSpPr>
        <p:spPr>
          <a:xfrm>
            <a:off x="1927950" y="1680750"/>
            <a:ext cx="1504200" cy="915900"/>
          </a:xfrm>
          <a:prstGeom prst="rect">
            <a:avLst/>
          </a:prstGeom>
          <a:noFill/>
        </p:spPr>
        <p:txBody>
          <a:bodyPr anchorCtr="0" anchor="ctr" bIns="91425" lIns="91425" spcFirstLastPara="1" rIns="91425" wrap="square" tIns="91425">
            <a:noAutofit/>
          </a:bodyPr>
          <a:lstStyle>
            <a:lvl1pPr lvl="0" rtl="0">
              <a:spcBef>
                <a:spcPts val="0"/>
              </a:spcBef>
              <a:spcAft>
                <a:spcPts val="0"/>
              </a:spcAft>
              <a:buClr>
                <a:schemeClr val="lt1"/>
              </a:buClr>
              <a:buSzPts val="6000"/>
              <a:buNone/>
              <a:defRPr sz="60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29" name="Google Shape;29;p3"/>
          <p:cNvSpPr txBox="1"/>
          <p:nvPr>
            <p:ph idx="1" type="subTitle"/>
          </p:nvPr>
        </p:nvSpPr>
        <p:spPr>
          <a:xfrm>
            <a:off x="1476825" y="3626100"/>
            <a:ext cx="4720800" cy="3750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 name="Google Shape;30;p3"/>
          <p:cNvSpPr/>
          <p:nvPr/>
        </p:nvSpPr>
        <p:spPr>
          <a:xfrm>
            <a:off x="-357280" y="2613250"/>
            <a:ext cx="735459" cy="739035"/>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 name="Shape 31"/>
        <p:cNvGrpSpPr/>
        <p:nvPr/>
      </p:nvGrpSpPr>
      <p:grpSpPr>
        <a:xfrm>
          <a:off x="0" y="0"/>
          <a:ext cx="0" cy="0"/>
          <a:chOff x="0" y="0"/>
          <a:chExt cx="0" cy="0"/>
        </a:xfrm>
      </p:grpSpPr>
      <p:grpSp>
        <p:nvGrpSpPr>
          <p:cNvPr id="32" name="Google Shape;32;p4"/>
          <p:cNvGrpSpPr/>
          <p:nvPr/>
        </p:nvGrpSpPr>
        <p:grpSpPr>
          <a:xfrm>
            <a:off x="-100175" y="0"/>
            <a:ext cx="9344400" cy="5143500"/>
            <a:chOff x="-100175" y="0"/>
            <a:chExt cx="9344400" cy="5143500"/>
          </a:xfrm>
        </p:grpSpPr>
        <p:sp>
          <p:nvSpPr>
            <p:cNvPr id="33" name="Google Shape;33;p4"/>
            <p:cNvSpPr/>
            <p:nvPr/>
          </p:nvSpPr>
          <p:spPr>
            <a:xfrm>
              <a:off x="-100175"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4"/>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4"/>
          <p:cNvSpPr/>
          <p:nvPr/>
        </p:nvSpPr>
        <p:spPr>
          <a:xfrm>
            <a:off x="8309700" y="4031625"/>
            <a:ext cx="834311" cy="838227"/>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 name="Google Shape;36;p4"/>
          <p:cNvGrpSpPr/>
          <p:nvPr/>
        </p:nvGrpSpPr>
        <p:grpSpPr>
          <a:xfrm>
            <a:off x="249731" y="4294483"/>
            <a:ext cx="287798" cy="309523"/>
            <a:chOff x="249731" y="4294483"/>
            <a:chExt cx="287798" cy="309523"/>
          </a:xfrm>
        </p:grpSpPr>
        <p:sp>
          <p:nvSpPr>
            <p:cNvPr id="37" name="Google Shape;37;p4"/>
            <p:cNvSpPr/>
            <p:nvPr/>
          </p:nvSpPr>
          <p:spPr>
            <a:xfrm rot="5400000">
              <a:off x="423281" y="42944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4"/>
            <p:cNvSpPr/>
            <p:nvPr/>
          </p:nvSpPr>
          <p:spPr>
            <a:xfrm rot="5400000">
              <a:off x="249731" y="4489758"/>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 name="Google Shape;39;p4"/>
          <p:cNvGrpSpPr/>
          <p:nvPr/>
        </p:nvGrpSpPr>
        <p:grpSpPr>
          <a:xfrm rot="-5400000">
            <a:off x="-258475" y="718250"/>
            <a:ext cx="1130625" cy="114700"/>
            <a:chOff x="3233525" y="2786700"/>
            <a:chExt cx="1130625" cy="114700"/>
          </a:xfrm>
        </p:grpSpPr>
        <p:sp>
          <p:nvSpPr>
            <p:cNvPr id="40" name="Google Shape;40;p4"/>
            <p:cNvSpPr/>
            <p:nvPr/>
          </p:nvSpPr>
          <p:spPr>
            <a:xfrm>
              <a:off x="3233525" y="2786700"/>
              <a:ext cx="114725" cy="114700"/>
            </a:xfrm>
            <a:custGeom>
              <a:rect b="b" l="l" r="r" t="t"/>
              <a:pathLst>
                <a:path extrusionOk="0" h="4588" w="4589">
                  <a:moveTo>
                    <a:pt x="2295" y="0"/>
                  </a:moveTo>
                  <a:cubicBezTo>
                    <a:pt x="1036" y="0"/>
                    <a:pt x="1" y="1015"/>
                    <a:pt x="1" y="2294"/>
                  </a:cubicBezTo>
                  <a:cubicBezTo>
                    <a:pt x="1" y="3553"/>
                    <a:pt x="1036" y="4588"/>
                    <a:pt x="2295" y="4588"/>
                  </a:cubicBezTo>
                  <a:cubicBezTo>
                    <a:pt x="3573" y="4588"/>
                    <a:pt x="4588" y="3553"/>
                    <a:pt x="4588" y="2294"/>
                  </a:cubicBezTo>
                  <a:cubicBezTo>
                    <a:pt x="4588" y="1015"/>
                    <a:pt x="3573" y="0"/>
                    <a:pt x="2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4"/>
            <p:cNvSpPr/>
            <p:nvPr/>
          </p:nvSpPr>
          <p:spPr>
            <a:xfrm>
              <a:off x="3487775" y="2786700"/>
              <a:ext cx="114700" cy="114700"/>
            </a:xfrm>
            <a:custGeom>
              <a:rect b="b" l="l" r="r" t="t"/>
              <a:pathLst>
                <a:path extrusionOk="0" h="4588" w="4588">
                  <a:moveTo>
                    <a:pt x="2294" y="0"/>
                  </a:moveTo>
                  <a:cubicBezTo>
                    <a:pt x="1015" y="0"/>
                    <a:pt x="0" y="1015"/>
                    <a:pt x="0" y="2294"/>
                  </a:cubicBezTo>
                  <a:cubicBezTo>
                    <a:pt x="0" y="3553"/>
                    <a:pt x="1015" y="4588"/>
                    <a:pt x="2294" y="4588"/>
                  </a:cubicBezTo>
                  <a:cubicBezTo>
                    <a:pt x="3552" y="4588"/>
                    <a:pt x="4587" y="3553"/>
                    <a:pt x="4587" y="2294"/>
                  </a:cubicBezTo>
                  <a:cubicBezTo>
                    <a:pt x="4587" y="1015"/>
                    <a:pt x="3552"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4"/>
            <p:cNvSpPr/>
            <p:nvPr/>
          </p:nvSpPr>
          <p:spPr>
            <a:xfrm>
              <a:off x="3741475" y="2786700"/>
              <a:ext cx="114725" cy="114700"/>
            </a:xfrm>
            <a:custGeom>
              <a:rect b="b" l="l" r="r" t="t"/>
              <a:pathLst>
                <a:path extrusionOk="0" h="4588" w="4589">
                  <a:moveTo>
                    <a:pt x="2294" y="0"/>
                  </a:moveTo>
                  <a:cubicBezTo>
                    <a:pt x="1036" y="0"/>
                    <a:pt x="1" y="1015"/>
                    <a:pt x="1" y="2294"/>
                  </a:cubicBezTo>
                  <a:cubicBezTo>
                    <a:pt x="1" y="3553"/>
                    <a:pt x="1036" y="4588"/>
                    <a:pt x="2294" y="4588"/>
                  </a:cubicBezTo>
                  <a:cubicBezTo>
                    <a:pt x="3553" y="4588"/>
                    <a:pt x="4588" y="3553"/>
                    <a:pt x="4588" y="2294"/>
                  </a:cubicBezTo>
                  <a:cubicBezTo>
                    <a:pt x="4588" y="1015"/>
                    <a:pt x="3553"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a:off x="3995700" y="2786700"/>
              <a:ext cx="114200" cy="114700"/>
            </a:xfrm>
            <a:custGeom>
              <a:rect b="b" l="l" r="r" t="t"/>
              <a:pathLst>
                <a:path extrusionOk="0" h="4588" w="4568">
                  <a:moveTo>
                    <a:pt x="2274" y="0"/>
                  </a:moveTo>
                  <a:cubicBezTo>
                    <a:pt x="1016" y="0"/>
                    <a:pt x="1" y="1015"/>
                    <a:pt x="1" y="2294"/>
                  </a:cubicBezTo>
                  <a:cubicBezTo>
                    <a:pt x="1" y="3553"/>
                    <a:pt x="1016" y="4588"/>
                    <a:pt x="2274" y="4588"/>
                  </a:cubicBezTo>
                  <a:cubicBezTo>
                    <a:pt x="3553" y="4588"/>
                    <a:pt x="4568" y="3553"/>
                    <a:pt x="4568" y="2294"/>
                  </a:cubicBezTo>
                  <a:cubicBezTo>
                    <a:pt x="4568" y="1015"/>
                    <a:pt x="3553" y="0"/>
                    <a:pt x="227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4249425" y="2786700"/>
              <a:ext cx="114725" cy="114700"/>
            </a:xfrm>
            <a:custGeom>
              <a:rect b="b" l="l" r="r" t="t"/>
              <a:pathLst>
                <a:path extrusionOk="0" h="4588" w="4589">
                  <a:moveTo>
                    <a:pt x="2294" y="0"/>
                  </a:moveTo>
                  <a:cubicBezTo>
                    <a:pt x="1016" y="0"/>
                    <a:pt x="1" y="1015"/>
                    <a:pt x="1" y="2294"/>
                  </a:cubicBezTo>
                  <a:cubicBezTo>
                    <a:pt x="1" y="3553"/>
                    <a:pt x="1016" y="4588"/>
                    <a:pt x="2294" y="4588"/>
                  </a:cubicBezTo>
                  <a:cubicBezTo>
                    <a:pt x="3553" y="4588"/>
                    <a:pt x="4588" y="3553"/>
                    <a:pt x="4588" y="2294"/>
                  </a:cubicBezTo>
                  <a:cubicBezTo>
                    <a:pt x="4588" y="1015"/>
                    <a:pt x="3553"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6" name="Google Shape;46;p4"/>
          <p:cNvSpPr txBox="1"/>
          <p:nvPr>
            <p:ph idx="1" type="body"/>
          </p:nvPr>
        </p:nvSpPr>
        <p:spPr>
          <a:xfrm>
            <a:off x="720000" y="1120776"/>
            <a:ext cx="7704000" cy="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7" name="Shape 47"/>
        <p:cNvGrpSpPr/>
        <p:nvPr/>
      </p:nvGrpSpPr>
      <p:grpSpPr>
        <a:xfrm>
          <a:off x="0" y="0"/>
          <a:ext cx="0" cy="0"/>
          <a:chOff x="0" y="0"/>
          <a:chExt cx="0" cy="0"/>
        </a:xfrm>
      </p:grpSpPr>
      <p:grpSp>
        <p:nvGrpSpPr>
          <p:cNvPr id="48" name="Google Shape;48;p5"/>
          <p:cNvGrpSpPr/>
          <p:nvPr/>
        </p:nvGrpSpPr>
        <p:grpSpPr>
          <a:xfrm>
            <a:off x="-109600" y="0"/>
            <a:ext cx="9353825" cy="5143500"/>
            <a:chOff x="-109600" y="0"/>
            <a:chExt cx="9353825" cy="5143500"/>
          </a:xfrm>
        </p:grpSpPr>
        <p:sp>
          <p:nvSpPr>
            <p:cNvPr id="49" name="Google Shape;49;p5"/>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5"/>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 name="Google Shape;51;p5"/>
          <p:cNvSpPr/>
          <p:nvPr/>
        </p:nvSpPr>
        <p:spPr>
          <a:xfrm rot="5400000">
            <a:off x="223231" y="10418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 name="Google Shape;52;p5"/>
          <p:cNvGrpSpPr/>
          <p:nvPr/>
        </p:nvGrpSpPr>
        <p:grpSpPr>
          <a:xfrm>
            <a:off x="252450" y="286275"/>
            <a:ext cx="921550" cy="253225"/>
            <a:chOff x="5690050" y="3400200"/>
            <a:chExt cx="921550" cy="253225"/>
          </a:xfrm>
        </p:grpSpPr>
        <p:sp>
          <p:nvSpPr>
            <p:cNvPr id="53" name="Google Shape;53;p5"/>
            <p:cNvSpPr/>
            <p:nvPr/>
          </p:nvSpPr>
          <p:spPr>
            <a:xfrm>
              <a:off x="5690050"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5" y="2172"/>
                    <a:pt x="2173" y="1685"/>
                    <a:pt x="2173" y="1076"/>
                  </a:cubicBezTo>
                  <a:cubicBezTo>
                    <a:pt x="2173" y="487"/>
                    <a:pt x="1685"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a:off x="5906725"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6" y="2172"/>
                    <a:pt x="2173" y="1685"/>
                    <a:pt x="2173" y="1076"/>
                  </a:cubicBezTo>
                  <a:cubicBezTo>
                    <a:pt x="2173" y="487"/>
                    <a:pt x="168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a:off x="6123400"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6" y="2172"/>
                    <a:pt x="2173" y="1685"/>
                    <a:pt x="2173" y="1076"/>
                  </a:cubicBezTo>
                  <a:cubicBezTo>
                    <a:pt x="2173" y="487"/>
                    <a:pt x="168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6340075" y="3400200"/>
              <a:ext cx="54850" cy="54325"/>
            </a:xfrm>
            <a:custGeom>
              <a:rect b="b" l="l" r="r" t="t"/>
              <a:pathLst>
                <a:path extrusionOk="0" h="2173" w="2194">
                  <a:moveTo>
                    <a:pt x="1097" y="0"/>
                  </a:moveTo>
                  <a:cubicBezTo>
                    <a:pt x="488" y="0"/>
                    <a:pt x="1" y="487"/>
                    <a:pt x="1" y="1076"/>
                  </a:cubicBezTo>
                  <a:cubicBezTo>
                    <a:pt x="1" y="1685"/>
                    <a:pt x="488" y="2172"/>
                    <a:pt x="1097" y="2172"/>
                  </a:cubicBezTo>
                  <a:cubicBezTo>
                    <a:pt x="1706" y="2172"/>
                    <a:pt x="2193" y="1685"/>
                    <a:pt x="2193" y="1076"/>
                  </a:cubicBezTo>
                  <a:cubicBezTo>
                    <a:pt x="2193" y="487"/>
                    <a:pt x="170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5"/>
            <p:cNvSpPr/>
            <p:nvPr/>
          </p:nvSpPr>
          <p:spPr>
            <a:xfrm>
              <a:off x="6556775" y="3400200"/>
              <a:ext cx="54825" cy="54325"/>
            </a:xfrm>
            <a:custGeom>
              <a:rect b="b" l="l" r="r" t="t"/>
              <a:pathLst>
                <a:path extrusionOk="0" h="2173" w="2193">
                  <a:moveTo>
                    <a:pt x="1096" y="0"/>
                  </a:moveTo>
                  <a:cubicBezTo>
                    <a:pt x="487" y="0"/>
                    <a:pt x="0" y="487"/>
                    <a:pt x="0" y="1076"/>
                  </a:cubicBezTo>
                  <a:cubicBezTo>
                    <a:pt x="0" y="1685"/>
                    <a:pt x="487" y="2172"/>
                    <a:pt x="1096" y="2172"/>
                  </a:cubicBezTo>
                  <a:cubicBezTo>
                    <a:pt x="1705" y="2172"/>
                    <a:pt x="2192" y="1685"/>
                    <a:pt x="2192" y="1076"/>
                  </a:cubicBezTo>
                  <a:cubicBezTo>
                    <a:pt x="2192" y="487"/>
                    <a:pt x="1705" y="0"/>
                    <a:pt x="10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5690050"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5" y="2193"/>
                    <a:pt x="2173" y="1706"/>
                    <a:pt x="2173" y="1097"/>
                  </a:cubicBezTo>
                  <a:cubicBezTo>
                    <a:pt x="2173" y="488"/>
                    <a:pt x="1685"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5906725"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6" y="2193"/>
                    <a:pt x="2173" y="1706"/>
                    <a:pt x="2173" y="1097"/>
                  </a:cubicBezTo>
                  <a:cubicBezTo>
                    <a:pt x="2173" y="488"/>
                    <a:pt x="168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p:nvPr/>
          </p:nvSpPr>
          <p:spPr>
            <a:xfrm>
              <a:off x="6123400"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6" y="2193"/>
                    <a:pt x="2173" y="1706"/>
                    <a:pt x="2173" y="1097"/>
                  </a:cubicBezTo>
                  <a:cubicBezTo>
                    <a:pt x="2173" y="488"/>
                    <a:pt x="168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6340075" y="3598600"/>
              <a:ext cx="54850" cy="54825"/>
            </a:xfrm>
            <a:custGeom>
              <a:rect b="b" l="l" r="r" t="t"/>
              <a:pathLst>
                <a:path extrusionOk="0" h="2193" w="2194">
                  <a:moveTo>
                    <a:pt x="1097" y="1"/>
                  </a:moveTo>
                  <a:cubicBezTo>
                    <a:pt x="488" y="1"/>
                    <a:pt x="1" y="488"/>
                    <a:pt x="1" y="1097"/>
                  </a:cubicBezTo>
                  <a:cubicBezTo>
                    <a:pt x="1" y="1706"/>
                    <a:pt x="488" y="2193"/>
                    <a:pt x="1097" y="2193"/>
                  </a:cubicBezTo>
                  <a:cubicBezTo>
                    <a:pt x="1706" y="2193"/>
                    <a:pt x="2193" y="1706"/>
                    <a:pt x="2193" y="1097"/>
                  </a:cubicBezTo>
                  <a:cubicBezTo>
                    <a:pt x="2193" y="488"/>
                    <a:pt x="170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5"/>
            <p:cNvSpPr/>
            <p:nvPr/>
          </p:nvSpPr>
          <p:spPr>
            <a:xfrm>
              <a:off x="6556775" y="3598600"/>
              <a:ext cx="54825" cy="54825"/>
            </a:xfrm>
            <a:custGeom>
              <a:rect b="b" l="l" r="r" t="t"/>
              <a:pathLst>
                <a:path extrusionOk="0" h="2193" w="2193">
                  <a:moveTo>
                    <a:pt x="1096" y="1"/>
                  </a:moveTo>
                  <a:cubicBezTo>
                    <a:pt x="487" y="1"/>
                    <a:pt x="0" y="488"/>
                    <a:pt x="0" y="1097"/>
                  </a:cubicBezTo>
                  <a:cubicBezTo>
                    <a:pt x="0" y="1706"/>
                    <a:pt x="487" y="2193"/>
                    <a:pt x="1096" y="2193"/>
                  </a:cubicBezTo>
                  <a:cubicBezTo>
                    <a:pt x="1705" y="2193"/>
                    <a:pt x="2192" y="1706"/>
                    <a:pt x="2192" y="1097"/>
                  </a:cubicBezTo>
                  <a:cubicBezTo>
                    <a:pt x="2192" y="488"/>
                    <a:pt x="1705"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5"/>
          <p:cNvSpPr/>
          <p:nvPr/>
        </p:nvSpPr>
        <p:spPr>
          <a:xfrm rot="5400000">
            <a:off x="7775900" y="-25375"/>
            <a:ext cx="1342725" cy="1393450"/>
          </a:xfrm>
          <a:custGeom>
            <a:rect b="b" l="l" r="r" t="t"/>
            <a:pathLst>
              <a:path extrusionOk="0" h="55738" w="53709">
                <a:moveTo>
                  <a:pt x="33918" y="1"/>
                </a:moveTo>
                <a:cubicBezTo>
                  <a:pt x="33532" y="18979"/>
                  <a:pt x="18715" y="34466"/>
                  <a:pt x="1" y="35927"/>
                </a:cubicBezTo>
                <a:lnTo>
                  <a:pt x="1" y="55738"/>
                </a:lnTo>
                <a:cubicBezTo>
                  <a:pt x="29635" y="54256"/>
                  <a:pt x="53302" y="29879"/>
                  <a:pt x="537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65" name="Google Shape;65;p5"/>
          <p:cNvSpPr txBox="1"/>
          <p:nvPr>
            <p:ph idx="1" type="subTitle"/>
          </p:nvPr>
        </p:nvSpPr>
        <p:spPr>
          <a:xfrm>
            <a:off x="5055284" y="3542824"/>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6" name="Google Shape;66;p5"/>
          <p:cNvSpPr txBox="1"/>
          <p:nvPr>
            <p:ph idx="2" type="subTitle"/>
          </p:nvPr>
        </p:nvSpPr>
        <p:spPr>
          <a:xfrm>
            <a:off x="1583300" y="3542824"/>
            <a:ext cx="25056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67" name="Google Shape;67;p5"/>
          <p:cNvSpPr txBox="1"/>
          <p:nvPr>
            <p:ph idx="3" type="subTitle"/>
          </p:nvPr>
        </p:nvSpPr>
        <p:spPr>
          <a:xfrm>
            <a:off x="5055275" y="3122525"/>
            <a:ext cx="2505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68" name="Google Shape;68;p5"/>
          <p:cNvSpPr txBox="1"/>
          <p:nvPr>
            <p:ph idx="4" type="subTitle"/>
          </p:nvPr>
        </p:nvSpPr>
        <p:spPr>
          <a:xfrm>
            <a:off x="1583075" y="3122525"/>
            <a:ext cx="25056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DM Sans"/>
                <a:ea typeface="DM Sans"/>
                <a:cs typeface="DM Sans"/>
                <a:sym typeface="DM Sans"/>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9" name="Shape 69"/>
        <p:cNvGrpSpPr/>
        <p:nvPr/>
      </p:nvGrpSpPr>
      <p:grpSpPr>
        <a:xfrm>
          <a:off x="0" y="0"/>
          <a:ext cx="0" cy="0"/>
          <a:chOff x="0" y="0"/>
          <a:chExt cx="0" cy="0"/>
        </a:xfrm>
      </p:grpSpPr>
      <p:grpSp>
        <p:nvGrpSpPr>
          <p:cNvPr id="70" name="Google Shape;70;p6"/>
          <p:cNvGrpSpPr/>
          <p:nvPr/>
        </p:nvGrpSpPr>
        <p:grpSpPr>
          <a:xfrm>
            <a:off x="-109600" y="0"/>
            <a:ext cx="9353825" cy="5143500"/>
            <a:chOff x="-109600" y="0"/>
            <a:chExt cx="9353825" cy="5143500"/>
          </a:xfrm>
        </p:grpSpPr>
        <p:sp>
          <p:nvSpPr>
            <p:cNvPr id="71" name="Google Shape;71;p6"/>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6"/>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 name="Google Shape;73;p6"/>
          <p:cNvSpPr/>
          <p:nvPr/>
        </p:nvSpPr>
        <p:spPr>
          <a:xfrm>
            <a:off x="-100180" y="278688"/>
            <a:ext cx="735459" cy="739035"/>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 name="Google Shape;74;p6"/>
          <p:cNvGrpSpPr/>
          <p:nvPr/>
        </p:nvGrpSpPr>
        <p:grpSpPr>
          <a:xfrm>
            <a:off x="449481" y="1147633"/>
            <a:ext cx="8173898" cy="2898698"/>
            <a:chOff x="449481" y="1147633"/>
            <a:chExt cx="8173898" cy="2898698"/>
          </a:xfrm>
        </p:grpSpPr>
        <p:sp>
          <p:nvSpPr>
            <p:cNvPr id="75" name="Google Shape;75;p6"/>
            <p:cNvSpPr/>
            <p:nvPr/>
          </p:nvSpPr>
          <p:spPr>
            <a:xfrm rot="5400000">
              <a:off x="8509131" y="39320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6"/>
            <p:cNvSpPr/>
            <p:nvPr/>
          </p:nvSpPr>
          <p:spPr>
            <a:xfrm rot="5400000">
              <a:off x="449481" y="114763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8" name="Shape 78"/>
        <p:cNvGrpSpPr/>
        <p:nvPr/>
      </p:nvGrpSpPr>
      <p:grpSpPr>
        <a:xfrm>
          <a:off x="0" y="0"/>
          <a:ext cx="0" cy="0"/>
          <a:chOff x="0" y="0"/>
          <a:chExt cx="0" cy="0"/>
        </a:xfrm>
      </p:grpSpPr>
      <p:grpSp>
        <p:nvGrpSpPr>
          <p:cNvPr id="79" name="Google Shape;79;p7"/>
          <p:cNvGrpSpPr/>
          <p:nvPr/>
        </p:nvGrpSpPr>
        <p:grpSpPr>
          <a:xfrm>
            <a:off x="-109600" y="0"/>
            <a:ext cx="9353825" cy="5143500"/>
            <a:chOff x="-109600" y="0"/>
            <a:chExt cx="9353825" cy="5143500"/>
          </a:xfrm>
        </p:grpSpPr>
        <p:sp>
          <p:nvSpPr>
            <p:cNvPr id="80" name="Google Shape;80;p7"/>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7"/>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 name="Google Shape;82;p7"/>
          <p:cNvSpPr/>
          <p:nvPr/>
        </p:nvSpPr>
        <p:spPr>
          <a:xfrm rot="5400000">
            <a:off x="7775900" y="-25375"/>
            <a:ext cx="1342725" cy="1393450"/>
          </a:xfrm>
          <a:custGeom>
            <a:rect b="b" l="l" r="r" t="t"/>
            <a:pathLst>
              <a:path extrusionOk="0" h="55738" w="53709">
                <a:moveTo>
                  <a:pt x="33918" y="1"/>
                </a:moveTo>
                <a:cubicBezTo>
                  <a:pt x="33532" y="18979"/>
                  <a:pt x="18715" y="34466"/>
                  <a:pt x="1" y="35927"/>
                </a:cubicBezTo>
                <a:lnTo>
                  <a:pt x="1" y="55738"/>
                </a:lnTo>
                <a:cubicBezTo>
                  <a:pt x="29635" y="54256"/>
                  <a:pt x="53302" y="29879"/>
                  <a:pt x="537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7"/>
          <p:cNvSpPr/>
          <p:nvPr/>
        </p:nvSpPr>
        <p:spPr>
          <a:xfrm rot="5400000">
            <a:off x="8582181" y="44086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7"/>
          <p:cNvSpPr/>
          <p:nvPr/>
        </p:nvSpPr>
        <p:spPr>
          <a:xfrm rot="5400000">
            <a:off x="104706" y="1187008"/>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7"/>
          <p:cNvSpPr/>
          <p:nvPr/>
        </p:nvSpPr>
        <p:spPr>
          <a:xfrm>
            <a:off x="218945" y="447963"/>
            <a:ext cx="735459" cy="739035"/>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7"/>
          <p:cNvSpPr txBox="1"/>
          <p:nvPr>
            <p:ph type="title"/>
          </p:nvPr>
        </p:nvSpPr>
        <p:spPr>
          <a:xfrm>
            <a:off x="2436666" y="1045250"/>
            <a:ext cx="4278000" cy="1241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7" name="Google Shape;87;p7"/>
          <p:cNvSpPr txBox="1"/>
          <p:nvPr>
            <p:ph idx="1" type="subTitle"/>
          </p:nvPr>
        </p:nvSpPr>
        <p:spPr>
          <a:xfrm>
            <a:off x="2432925" y="2350750"/>
            <a:ext cx="4278000" cy="1747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8" name="Shape 88"/>
        <p:cNvGrpSpPr/>
        <p:nvPr/>
      </p:nvGrpSpPr>
      <p:grpSpPr>
        <a:xfrm>
          <a:off x="0" y="0"/>
          <a:ext cx="0" cy="0"/>
          <a:chOff x="0" y="0"/>
          <a:chExt cx="0" cy="0"/>
        </a:xfrm>
      </p:grpSpPr>
      <p:grpSp>
        <p:nvGrpSpPr>
          <p:cNvPr id="89" name="Google Shape;89;p8"/>
          <p:cNvGrpSpPr/>
          <p:nvPr/>
        </p:nvGrpSpPr>
        <p:grpSpPr>
          <a:xfrm>
            <a:off x="-109600" y="0"/>
            <a:ext cx="9353825" cy="5143500"/>
            <a:chOff x="-109600" y="0"/>
            <a:chExt cx="9353825" cy="5143500"/>
          </a:xfrm>
        </p:grpSpPr>
        <p:sp>
          <p:nvSpPr>
            <p:cNvPr id="90" name="Google Shape;90;p8"/>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2" name="Google Shape;92;p8"/>
          <p:cNvSpPr/>
          <p:nvPr/>
        </p:nvSpPr>
        <p:spPr>
          <a:xfrm rot="5400000">
            <a:off x="7775900" y="-25375"/>
            <a:ext cx="1342725" cy="1393450"/>
          </a:xfrm>
          <a:custGeom>
            <a:rect b="b" l="l" r="r" t="t"/>
            <a:pathLst>
              <a:path extrusionOk="0" h="55738" w="53709">
                <a:moveTo>
                  <a:pt x="33918" y="1"/>
                </a:moveTo>
                <a:cubicBezTo>
                  <a:pt x="33532" y="18979"/>
                  <a:pt x="18715" y="34466"/>
                  <a:pt x="1" y="35927"/>
                </a:cubicBezTo>
                <a:lnTo>
                  <a:pt x="1" y="55738"/>
                </a:lnTo>
                <a:cubicBezTo>
                  <a:pt x="29635" y="54256"/>
                  <a:pt x="53302" y="29879"/>
                  <a:pt x="537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 name="Google Shape;93;p8"/>
          <p:cNvGrpSpPr/>
          <p:nvPr/>
        </p:nvGrpSpPr>
        <p:grpSpPr>
          <a:xfrm>
            <a:off x="412956" y="1010933"/>
            <a:ext cx="8283473" cy="3511998"/>
            <a:chOff x="412956" y="1010933"/>
            <a:chExt cx="8283473" cy="3511998"/>
          </a:xfrm>
        </p:grpSpPr>
        <p:sp>
          <p:nvSpPr>
            <p:cNvPr id="94" name="Google Shape;94;p8"/>
            <p:cNvSpPr/>
            <p:nvPr/>
          </p:nvSpPr>
          <p:spPr>
            <a:xfrm rot="5400000">
              <a:off x="8582181" y="44086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8"/>
            <p:cNvSpPr/>
            <p:nvPr/>
          </p:nvSpPr>
          <p:spPr>
            <a:xfrm rot="5400000">
              <a:off x="412956" y="101093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6" name="Google Shape;96;p8"/>
          <p:cNvSpPr txBox="1"/>
          <p:nvPr>
            <p:ph type="title"/>
          </p:nvPr>
        </p:nvSpPr>
        <p:spPr>
          <a:xfrm>
            <a:off x="1768550" y="1632750"/>
            <a:ext cx="5607000" cy="18780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7" name="Shape 97"/>
        <p:cNvGrpSpPr/>
        <p:nvPr/>
      </p:nvGrpSpPr>
      <p:grpSpPr>
        <a:xfrm>
          <a:off x="0" y="0"/>
          <a:ext cx="0" cy="0"/>
          <a:chOff x="0" y="0"/>
          <a:chExt cx="0" cy="0"/>
        </a:xfrm>
      </p:grpSpPr>
      <p:grpSp>
        <p:nvGrpSpPr>
          <p:cNvPr id="98" name="Google Shape;98;p9"/>
          <p:cNvGrpSpPr/>
          <p:nvPr/>
        </p:nvGrpSpPr>
        <p:grpSpPr>
          <a:xfrm>
            <a:off x="-109600" y="0"/>
            <a:ext cx="9353825" cy="5143500"/>
            <a:chOff x="-109600" y="0"/>
            <a:chExt cx="9353825" cy="5143500"/>
          </a:xfrm>
        </p:grpSpPr>
        <p:sp>
          <p:nvSpPr>
            <p:cNvPr id="99" name="Google Shape;99;p9"/>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9"/>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1" name="Google Shape;101;p9"/>
          <p:cNvSpPr/>
          <p:nvPr/>
        </p:nvSpPr>
        <p:spPr>
          <a:xfrm rot="-5400000">
            <a:off x="25350" y="3775400"/>
            <a:ext cx="1342725" cy="1393450"/>
          </a:xfrm>
          <a:custGeom>
            <a:rect b="b" l="l" r="r" t="t"/>
            <a:pathLst>
              <a:path extrusionOk="0" h="55738" w="53709">
                <a:moveTo>
                  <a:pt x="33918" y="1"/>
                </a:moveTo>
                <a:cubicBezTo>
                  <a:pt x="33532" y="18979"/>
                  <a:pt x="18715" y="34466"/>
                  <a:pt x="1" y="35927"/>
                </a:cubicBezTo>
                <a:lnTo>
                  <a:pt x="1" y="55738"/>
                </a:lnTo>
                <a:cubicBezTo>
                  <a:pt x="29635" y="54256"/>
                  <a:pt x="53302" y="29879"/>
                  <a:pt x="537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9"/>
          <p:cNvGrpSpPr/>
          <p:nvPr/>
        </p:nvGrpSpPr>
        <p:grpSpPr>
          <a:xfrm>
            <a:off x="7970000" y="4477388"/>
            <a:ext cx="921550" cy="253225"/>
            <a:chOff x="5690050" y="3400200"/>
            <a:chExt cx="921550" cy="253225"/>
          </a:xfrm>
        </p:grpSpPr>
        <p:sp>
          <p:nvSpPr>
            <p:cNvPr id="103" name="Google Shape;103;p9"/>
            <p:cNvSpPr/>
            <p:nvPr/>
          </p:nvSpPr>
          <p:spPr>
            <a:xfrm>
              <a:off x="5690050"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5" y="2172"/>
                    <a:pt x="2173" y="1685"/>
                    <a:pt x="2173" y="1076"/>
                  </a:cubicBezTo>
                  <a:cubicBezTo>
                    <a:pt x="2173" y="487"/>
                    <a:pt x="1685"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9"/>
            <p:cNvSpPr/>
            <p:nvPr/>
          </p:nvSpPr>
          <p:spPr>
            <a:xfrm>
              <a:off x="5906725"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6" y="2172"/>
                    <a:pt x="2173" y="1685"/>
                    <a:pt x="2173" y="1076"/>
                  </a:cubicBezTo>
                  <a:cubicBezTo>
                    <a:pt x="2173" y="487"/>
                    <a:pt x="168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9"/>
            <p:cNvSpPr/>
            <p:nvPr/>
          </p:nvSpPr>
          <p:spPr>
            <a:xfrm>
              <a:off x="6123400"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6" y="2172"/>
                    <a:pt x="2173" y="1685"/>
                    <a:pt x="2173" y="1076"/>
                  </a:cubicBezTo>
                  <a:cubicBezTo>
                    <a:pt x="2173" y="487"/>
                    <a:pt x="168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9"/>
            <p:cNvSpPr/>
            <p:nvPr/>
          </p:nvSpPr>
          <p:spPr>
            <a:xfrm>
              <a:off x="6340075" y="3400200"/>
              <a:ext cx="54850" cy="54325"/>
            </a:xfrm>
            <a:custGeom>
              <a:rect b="b" l="l" r="r" t="t"/>
              <a:pathLst>
                <a:path extrusionOk="0" h="2173" w="2194">
                  <a:moveTo>
                    <a:pt x="1097" y="0"/>
                  </a:moveTo>
                  <a:cubicBezTo>
                    <a:pt x="488" y="0"/>
                    <a:pt x="1" y="487"/>
                    <a:pt x="1" y="1076"/>
                  </a:cubicBezTo>
                  <a:cubicBezTo>
                    <a:pt x="1" y="1685"/>
                    <a:pt x="488" y="2172"/>
                    <a:pt x="1097" y="2172"/>
                  </a:cubicBezTo>
                  <a:cubicBezTo>
                    <a:pt x="1706" y="2172"/>
                    <a:pt x="2193" y="1685"/>
                    <a:pt x="2193" y="1076"/>
                  </a:cubicBezTo>
                  <a:cubicBezTo>
                    <a:pt x="2193" y="487"/>
                    <a:pt x="170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9"/>
            <p:cNvSpPr/>
            <p:nvPr/>
          </p:nvSpPr>
          <p:spPr>
            <a:xfrm>
              <a:off x="6556775" y="3400200"/>
              <a:ext cx="54825" cy="54325"/>
            </a:xfrm>
            <a:custGeom>
              <a:rect b="b" l="l" r="r" t="t"/>
              <a:pathLst>
                <a:path extrusionOk="0" h="2173" w="2193">
                  <a:moveTo>
                    <a:pt x="1096" y="0"/>
                  </a:moveTo>
                  <a:cubicBezTo>
                    <a:pt x="487" y="0"/>
                    <a:pt x="0" y="487"/>
                    <a:pt x="0" y="1076"/>
                  </a:cubicBezTo>
                  <a:cubicBezTo>
                    <a:pt x="0" y="1685"/>
                    <a:pt x="487" y="2172"/>
                    <a:pt x="1096" y="2172"/>
                  </a:cubicBezTo>
                  <a:cubicBezTo>
                    <a:pt x="1705" y="2172"/>
                    <a:pt x="2192" y="1685"/>
                    <a:pt x="2192" y="1076"/>
                  </a:cubicBezTo>
                  <a:cubicBezTo>
                    <a:pt x="2192" y="487"/>
                    <a:pt x="1705" y="0"/>
                    <a:pt x="10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9"/>
            <p:cNvSpPr/>
            <p:nvPr/>
          </p:nvSpPr>
          <p:spPr>
            <a:xfrm>
              <a:off x="5690050"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5" y="2193"/>
                    <a:pt x="2173" y="1706"/>
                    <a:pt x="2173" y="1097"/>
                  </a:cubicBezTo>
                  <a:cubicBezTo>
                    <a:pt x="2173" y="488"/>
                    <a:pt x="1685"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9"/>
            <p:cNvSpPr/>
            <p:nvPr/>
          </p:nvSpPr>
          <p:spPr>
            <a:xfrm>
              <a:off x="5906725"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6" y="2193"/>
                    <a:pt x="2173" y="1706"/>
                    <a:pt x="2173" y="1097"/>
                  </a:cubicBezTo>
                  <a:cubicBezTo>
                    <a:pt x="2173" y="488"/>
                    <a:pt x="168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9"/>
            <p:cNvSpPr/>
            <p:nvPr/>
          </p:nvSpPr>
          <p:spPr>
            <a:xfrm>
              <a:off x="6123400"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6" y="2193"/>
                    <a:pt x="2173" y="1706"/>
                    <a:pt x="2173" y="1097"/>
                  </a:cubicBezTo>
                  <a:cubicBezTo>
                    <a:pt x="2173" y="488"/>
                    <a:pt x="168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9"/>
            <p:cNvSpPr/>
            <p:nvPr/>
          </p:nvSpPr>
          <p:spPr>
            <a:xfrm>
              <a:off x="6340075" y="3598600"/>
              <a:ext cx="54850" cy="54825"/>
            </a:xfrm>
            <a:custGeom>
              <a:rect b="b" l="l" r="r" t="t"/>
              <a:pathLst>
                <a:path extrusionOk="0" h="2193" w="2194">
                  <a:moveTo>
                    <a:pt x="1097" y="1"/>
                  </a:moveTo>
                  <a:cubicBezTo>
                    <a:pt x="488" y="1"/>
                    <a:pt x="1" y="488"/>
                    <a:pt x="1" y="1097"/>
                  </a:cubicBezTo>
                  <a:cubicBezTo>
                    <a:pt x="1" y="1706"/>
                    <a:pt x="488" y="2193"/>
                    <a:pt x="1097" y="2193"/>
                  </a:cubicBezTo>
                  <a:cubicBezTo>
                    <a:pt x="1706" y="2193"/>
                    <a:pt x="2193" y="1706"/>
                    <a:pt x="2193" y="1097"/>
                  </a:cubicBezTo>
                  <a:cubicBezTo>
                    <a:pt x="2193" y="488"/>
                    <a:pt x="170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9"/>
            <p:cNvSpPr/>
            <p:nvPr/>
          </p:nvSpPr>
          <p:spPr>
            <a:xfrm>
              <a:off x="6556775" y="3598600"/>
              <a:ext cx="54825" cy="54825"/>
            </a:xfrm>
            <a:custGeom>
              <a:rect b="b" l="l" r="r" t="t"/>
              <a:pathLst>
                <a:path extrusionOk="0" h="2193" w="2193">
                  <a:moveTo>
                    <a:pt x="1096" y="1"/>
                  </a:moveTo>
                  <a:cubicBezTo>
                    <a:pt x="487" y="1"/>
                    <a:pt x="0" y="488"/>
                    <a:pt x="0" y="1097"/>
                  </a:cubicBezTo>
                  <a:cubicBezTo>
                    <a:pt x="0" y="1706"/>
                    <a:pt x="487" y="2193"/>
                    <a:pt x="1096" y="2193"/>
                  </a:cubicBezTo>
                  <a:cubicBezTo>
                    <a:pt x="1705" y="2193"/>
                    <a:pt x="2192" y="1706"/>
                    <a:pt x="2192" y="1097"/>
                  </a:cubicBezTo>
                  <a:cubicBezTo>
                    <a:pt x="2192" y="488"/>
                    <a:pt x="1705"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3" name="Google Shape;113;p9"/>
          <p:cNvSpPr txBox="1"/>
          <p:nvPr>
            <p:ph type="title"/>
          </p:nvPr>
        </p:nvSpPr>
        <p:spPr>
          <a:xfrm>
            <a:off x="2135550" y="2188888"/>
            <a:ext cx="4872900" cy="1161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3500"/>
              <a:buNone/>
              <a:defRPr sz="65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114" name="Google Shape;114;p9"/>
          <p:cNvSpPr txBox="1"/>
          <p:nvPr>
            <p:ph idx="1" type="subTitle"/>
          </p:nvPr>
        </p:nvSpPr>
        <p:spPr>
          <a:xfrm>
            <a:off x="2135550" y="3273938"/>
            <a:ext cx="4872900" cy="671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5" name="Shape 115"/>
        <p:cNvGrpSpPr/>
        <p:nvPr/>
      </p:nvGrpSpPr>
      <p:grpSpPr>
        <a:xfrm>
          <a:off x="0" y="0"/>
          <a:ext cx="0" cy="0"/>
          <a:chOff x="0" y="0"/>
          <a:chExt cx="0" cy="0"/>
        </a:xfrm>
      </p:grpSpPr>
      <p:sp>
        <p:nvSpPr>
          <p:cNvPr id="116" name="Google Shape;116;p10"/>
          <p:cNvSpPr/>
          <p:nvPr>
            <p:ph idx="2" type="pic"/>
          </p:nvPr>
        </p:nvSpPr>
        <p:spPr>
          <a:xfrm>
            <a:off x="-25" y="-13725"/>
            <a:ext cx="9144000" cy="5157300"/>
          </a:xfrm>
          <a:prstGeom prst="rect">
            <a:avLst/>
          </a:prstGeom>
          <a:noFill/>
          <a:ln>
            <a:noFill/>
          </a:ln>
        </p:spPr>
      </p:sp>
      <p:sp>
        <p:nvSpPr>
          <p:cNvPr id="117" name="Google Shape;117;p10"/>
          <p:cNvSpPr txBox="1"/>
          <p:nvPr>
            <p:ph type="title"/>
          </p:nvPr>
        </p:nvSpPr>
        <p:spPr>
          <a:xfrm>
            <a:off x="1267950" y="4014450"/>
            <a:ext cx="6608100" cy="572700"/>
          </a:xfrm>
          <a:prstGeom prst="rect">
            <a:avLst/>
          </a:prstGeom>
          <a:solidFill>
            <a:schemeClr val="lt2"/>
          </a:solidFill>
        </p:spPr>
        <p:txBody>
          <a:bodyPr anchorCtr="0" anchor="t" bIns="91425" lIns="91425" spcFirstLastPara="1" rIns="91425" wrap="square" tIns="91425">
            <a:noAutofit/>
          </a:bodyPr>
          <a:lstStyle>
            <a:lvl1pPr lvl="0" rtl="0" algn="ctr">
              <a:spcBef>
                <a:spcPts val="0"/>
              </a:spcBef>
              <a:spcAft>
                <a:spcPts val="0"/>
              </a:spcAft>
              <a:buSzPts val="3500"/>
              <a:buNone/>
              <a:defRPr sz="3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8" name="Shape 118"/>
        <p:cNvGrpSpPr/>
        <p:nvPr/>
      </p:nvGrpSpPr>
      <p:grpSpPr>
        <a:xfrm>
          <a:off x="0" y="0"/>
          <a:ext cx="0" cy="0"/>
          <a:chOff x="0" y="0"/>
          <a:chExt cx="0" cy="0"/>
        </a:xfrm>
      </p:grpSpPr>
      <p:grpSp>
        <p:nvGrpSpPr>
          <p:cNvPr id="119" name="Google Shape;119;p11"/>
          <p:cNvGrpSpPr/>
          <p:nvPr/>
        </p:nvGrpSpPr>
        <p:grpSpPr>
          <a:xfrm>
            <a:off x="-109600" y="0"/>
            <a:ext cx="9353825" cy="5143500"/>
            <a:chOff x="-109600" y="0"/>
            <a:chExt cx="9353825" cy="5143500"/>
          </a:xfrm>
        </p:grpSpPr>
        <p:sp>
          <p:nvSpPr>
            <p:cNvPr id="120" name="Google Shape;120;p11"/>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 name="Google Shape;122;p11"/>
          <p:cNvSpPr txBox="1"/>
          <p:nvPr>
            <p:ph hasCustomPrompt="1" type="title"/>
          </p:nvPr>
        </p:nvSpPr>
        <p:spPr>
          <a:xfrm>
            <a:off x="1284000" y="1946925"/>
            <a:ext cx="6576000" cy="979200"/>
          </a:xfrm>
          <a:prstGeom prst="rect">
            <a:avLst/>
          </a:prstGeom>
          <a:ln>
            <a:noFill/>
          </a:ln>
        </p:spPr>
        <p:txBody>
          <a:bodyPr anchorCtr="0" anchor="b" bIns="91425" lIns="91425" spcFirstLastPara="1" rIns="91425" wrap="square" tIns="91425">
            <a:noAutofit/>
          </a:bodyPr>
          <a:lstStyle>
            <a:lvl1pPr lvl="0" algn="ctr">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123" name="Google Shape;123;p11"/>
          <p:cNvSpPr txBox="1"/>
          <p:nvPr>
            <p:ph idx="1" type="subTitle"/>
          </p:nvPr>
        </p:nvSpPr>
        <p:spPr>
          <a:xfrm>
            <a:off x="1284000" y="2926499"/>
            <a:ext cx="6576000" cy="4971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
        <p:nvSpPr>
          <p:cNvPr id="124" name="Google Shape;124;p11"/>
          <p:cNvSpPr/>
          <p:nvPr/>
        </p:nvSpPr>
        <p:spPr>
          <a:xfrm rot="5400000">
            <a:off x="7775900" y="-25375"/>
            <a:ext cx="1342725" cy="1393450"/>
          </a:xfrm>
          <a:custGeom>
            <a:rect b="b" l="l" r="r" t="t"/>
            <a:pathLst>
              <a:path extrusionOk="0" h="55738" w="53709">
                <a:moveTo>
                  <a:pt x="33918" y="1"/>
                </a:moveTo>
                <a:cubicBezTo>
                  <a:pt x="33532" y="18979"/>
                  <a:pt x="18715" y="34466"/>
                  <a:pt x="1" y="35927"/>
                </a:cubicBezTo>
                <a:lnTo>
                  <a:pt x="1" y="55738"/>
                </a:lnTo>
                <a:cubicBezTo>
                  <a:pt x="29635" y="54256"/>
                  <a:pt x="53302" y="29879"/>
                  <a:pt x="537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5" name="Google Shape;125;p11"/>
          <p:cNvGrpSpPr/>
          <p:nvPr/>
        </p:nvGrpSpPr>
        <p:grpSpPr>
          <a:xfrm>
            <a:off x="479731" y="907008"/>
            <a:ext cx="8291773" cy="1867098"/>
            <a:chOff x="479731" y="907008"/>
            <a:chExt cx="8291773" cy="1867098"/>
          </a:xfrm>
        </p:grpSpPr>
        <p:sp>
          <p:nvSpPr>
            <p:cNvPr id="126" name="Google Shape;126;p11"/>
            <p:cNvSpPr/>
            <p:nvPr/>
          </p:nvSpPr>
          <p:spPr>
            <a:xfrm rot="5400000">
              <a:off x="479731" y="907008"/>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1"/>
            <p:cNvSpPr/>
            <p:nvPr/>
          </p:nvSpPr>
          <p:spPr>
            <a:xfrm rot="5400000">
              <a:off x="8657256" y="2659858"/>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8" name="Shape 128"/>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29" name="Shape 129"/>
        <p:cNvGrpSpPr/>
        <p:nvPr/>
      </p:nvGrpSpPr>
      <p:grpSpPr>
        <a:xfrm>
          <a:off x="0" y="0"/>
          <a:ext cx="0" cy="0"/>
          <a:chOff x="0" y="0"/>
          <a:chExt cx="0" cy="0"/>
        </a:xfrm>
      </p:grpSpPr>
      <p:grpSp>
        <p:nvGrpSpPr>
          <p:cNvPr id="130" name="Google Shape;130;p13"/>
          <p:cNvGrpSpPr/>
          <p:nvPr/>
        </p:nvGrpSpPr>
        <p:grpSpPr>
          <a:xfrm>
            <a:off x="252450" y="286275"/>
            <a:ext cx="921550" cy="253225"/>
            <a:chOff x="5690050" y="3400200"/>
            <a:chExt cx="921550" cy="253225"/>
          </a:xfrm>
        </p:grpSpPr>
        <p:sp>
          <p:nvSpPr>
            <p:cNvPr id="131" name="Google Shape;131;p13"/>
            <p:cNvSpPr/>
            <p:nvPr/>
          </p:nvSpPr>
          <p:spPr>
            <a:xfrm>
              <a:off x="5690050"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5" y="2172"/>
                    <a:pt x="2173" y="1685"/>
                    <a:pt x="2173" y="1076"/>
                  </a:cubicBezTo>
                  <a:cubicBezTo>
                    <a:pt x="2173" y="487"/>
                    <a:pt x="1685"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13"/>
            <p:cNvSpPr/>
            <p:nvPr/>
          </p:nvSpPr>
          <p:spPr>
            <a:xfrm>
              <a:off x="5906725"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6" y="2172"/>
                    <a:pt x="2173" y="1685"/>
                    <a:pt x="2173" y="1076"/>
                  </a:cubicBezTo>
                  <a:cubicBezTo>
                    <a:pt x="2173" y="487"/>
                    <a:pt x="168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3"/>
            <p:cNvSpPr/>
            <p:nvPr/>
          </p:nvSpPr>
          <p:spPr>
            <a:xfrm>
              <a:off x="6123400"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6" y="2172"/>
                    <a:pt x="2173" y="1685"/>
                    <a:pt x="2173" y="1076"/>
                  </a:cubicBezTo>
                  <a:cubicBezTo>
                    <a:pt x="2173" y="487"/>
                    <a:pt x="168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13"/>
            <p:cNvSpPr/>
            <p:nvPr/>
          </p:nvSpPr>
          <p:spPr>
            <a:xfrm>
              <a:off x="6340075" y="3400200"/>
              <a:ext cx="54850" cy="54325"/>
            </a:xfrm>
            <a:custGeom>
              <a:rect b="b" l="l" r="r" t="t"/>
              <a:pathLst>
                <a:path extrusionOk="0" h="2173" w="2194">
                  <a:moveTo>
                    <a:pt x="1097" y="0"/>
                  </a:moveTo>
                  <a:cubicBezTo>
                    <a:pt x="488" y="0"/>
                    <a:pt x="1" y="487"/>
                    <a:pt x="1" y="1076"/>
                  </a:cubicBezTo>
                  <a:cubicBezTo>
                    <a:pt x="1" y="1685"/>
                    <a:pt x="488" y="2172"/>
                    <a:pt x="1097" y="2172"/>
                  </a:cubicBezTo>
                  <a:cubicBezTo>
                    <a:pt x="1706" y="2172"/>
                    <a:pt x="2193" y="1685"/>
                    <a:pt x="2193" y="1076"/>
                  </a:cubicBezTo>
                  <a:cubicBezTo>
                    <a:pt x="2193" y="487"/>
                    <a:pt x="170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3"/>
            <p:cNvSpPr/>
            <p:nvPr/>
          </p:nvSpPr>
          <p:spPr>
            <a:xfrm>
              <a:off x="6556775" y="3400200"/>
              <a:ext cx="54825" cy="54325"/>
            </a:xfrm>
            <a:custGeom>
              <a:rect b="b" l="l" r="r" t="t"/>
              <a:pathLst>
                <a:path extrusionOk="0" h="2173" w="2193">
                  <a:moveTo>
                    <a:pt x="1096" y="0"/>
                  </a:moveTo>
                  <a:cubicBezTo>
                    <a:pt x="487" y="0"/>
                    <a:pt x="0" y="487"/>
                    <a:pt x="0" y="1076"/>
                  </a:cubicBezTo>
                  <a:cubicBezTo>
                    <a:pt x="0" y="1685"/>
                    <a:pt x="487" y="2172"/>
                    <a:pt x="1096" y="2172"/>
                  </a:cubicBezTo>
                  <a:cubicBezTo>
                    <a:pt x="1705" y="2172"/>
                    <a:pt x="2192" y="1685"/>
                    <a:pt x="2192" y="1076"/>
                  </a:cubicBezTo>
                  <a:cubicBezTo>
                    <a:pt x="2192" y="487"/>
                    <a:pt x="1705" y="0"/>
                    <a:pt x="10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3"/>
            <p:cNvSpPr/>
            <p:nvPr/>
          </p:nvSpPr>
          <p:spPr>
            <a:xfrm>
              <a:off x="5690050"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5" y="2193"/>
                    <a:pt x="2173" y="1706"/>
                    <a:pt x="2173" y="1097"/>
                  </a:cubicBezTo>
                  <a:cubicBezTo>
                    <a:pt x="2173" y="488"/>
                    <a:pt x="1685"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3"/>
            <p:cNvSpPr/>
            <p:nvPr/>
          </p:nvSpPr>
          <p:spPr>
            <a:xfrm>
              <a:off x="5906725"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6" y="2193"/>
                    <a:pt x="2173" y="1706"/>
                    <a:pt x="2173" y="1097"/>
                  </a:cubicBezTo>
                  <a:cubicBezTo>
                    <a:pt x="2173" y="488"/>
                    <a:pt x="168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3"/>
            <p:cNvSpPr/>
            <p:nvPr/>
          </p:nvSpPr>
          <p:spPr>
            <a:xfrm>
              <a:off x="6123400"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6" y="2193"/>
                    <a:pt x="2173" y="1706"/>
                    <a:pt x="2173" y="1097"/>
                  </a:cubicBezTo>
                  <a:cubicBezTo>
                    <a:pt x="2173" y="488"/>
                    <a:pt x="168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13"/>
            <p:cNvSpPr/>
            <p:nvPr/>
          </p:nvSpPr>
          <p:spPr>
            <a:xfrm>
              <a:off x="6340075" y="3598600"/>
              <a:ext cx="54850" cy="54825"/>
            </a:xfrm>
            <a:custGeom>
              <a:rect b="b" l="l" r="r" t="t"/>
              <a:pathLst>
                <a:path extrusionOk="0" h="2193" w="2194">
                  <a:moveTo>
                    <a:pt x="1097" y="1"/>
                  </a:moveTo>
                  <a:cubicBezTo>
                    <a:pt x="488" y="1"/>
                    <a:pt x="1" y="488"/>
                    <a:pt x="1" y="1097"/>
                  </a:cubicBezTo>
                  <a:cubicBezTo>
                    <a:pt x="1" y="1706"/>
                    <a:pt x="488" y="2193"/>
                    <a:pt x="1097" y="2193"/>
                  </a:cubicBezTo>
                  <a:cubicBezTo>
                    <a:pt x="1706" y="2193"/>
                    <a:pt x="2193" y="1706"/>
                    <a:pt x="2193" y="1097"/>
                  </a:cubicBezTo>
                  <a:cubicBezTo>
                    <a:pt x="2193" y="488"/>
                    <a:pt x="170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13"/>
            <p:cNvSpPr/>
            <p:nvPr/>
          </p:nvSpPr>
          <p:spPr>
            <a:xfrm>
              <a:off x="6556775" y="3598600"/>
              <a:ext cx="54825" cy="54825"/>
            </a:xfrm>
            <a:custGeom>
              <a:rect b="b" l="l" r="r" t="t"/>
              <a:pathLst>
                <a:path extrusionOk="0" h="2193" w="2193">
                  <a:moveTo>
                    <a:pt x="1096" y="1"/>
                  </a:moveTo>
                  <a:cubicBezTo>
                    <a:pt x="487" y="1"/>
                    <a:pt x="0" y="488"/>
                    <a:pt x="0" y="1097"/>
                  </a:cubicBezTo>
                  <a:cubicBezTo>
                    <a:pt x="0" y="1706"/>
                    <a:pt x="487" y="2193"/>
                    <a:pt x="1096" y="2193"/>
                  </a:cubicBezTo>
                  <a:cubicBezTo>
                    <a:pt x="1705" y="2193"/>
                    <a:pt x="2192" y="1706"/>
                    <a:pt x="2192" y="1097"/>
                  </a:cubicBezTo>
                  <a:cubicBezTo>
                    <a:pt x="2192" y="488"/>
                    <a:pt x="1705"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1" name="Google Shape;141;p13"/>
          <p:cNvGrpSpPr/>
          <p:nvPr/>
        </p:nvGrpSpPr>
        <p:grpSpPr>
          <a:xfrm>
            <a:off x="-109600" y="0"/>
            <a:ext cx="9353825" cy="5143500"/>
            <a:chOff x="-109600" y="0"/>
            <a:chExt cx="9353825" cy="5143500"/>
          </a:xfrm>
        </p:grpSpPr>
        <p:sp>
          <p:nvSpPr>
            <p:cNvPr id="142" name="Google Shape;142;p13"/>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3"/>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 name="Google Shape;144;p13"/>
          <p:cNvGrpSpPr/>
          <p:nvPr/>
        </p:nvGrpSpPr>
        <p:grpSpPr>
          <a:xfrm>
            <a:off x="252456" y="808883"/>
            <a:ext cx="8667123" cy="3852248"/>
            <a:chOff x="252456" y="808883"/>
            <a:chExt cx="8667123" cy="3852248"/>
          </a:xfrm>
        </p:grpSpPr>
        <p:sp>
          <p:nvSpPr>
            <p:cNvPr id="145" name="Google Shape;145;p13"/>
            <p:cNvSpPr/>
            <p:nvPr/>
          </p:nvSpPr>
          <p:spPr>
            <a:xfrm rot="5400000">
              <a:off x="252456" y="2230108"/>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3"/>
            <p:cNvSpPr/>
            <p:nvPr/>
          </p:nvSpPr>
          <p:spPr>
            <a:xfrm rot="5400000">
              <a:off x="8805331" y="8088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3"/>
            <p:cNvSpPr/>
            <p:nvPr/>
          </p:nvSpPr>
          <p:spPr>
            <a:xfrm rot="5400000">
              <a:off x="8546981" y="45468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 name="Google Shape;148;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49" name="Google Shape;149;p13"/>
          <p:cNvSpPr txBox="1"/>
          <p:nvPr>
            <p:ph idx="1" type="subTitle"/>
          </p:nvPr>
        </p:nvSpPr>
        <p:spPr>
          <a:xfrm>
            <a:off x="2098175" y="1731556"/>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0" name="Google Shape;150;p13"/>
          <p:cNvSpPr txBox="1"/>
          <p:nvPr>
            <p:ph idx="2" type="subTitle"/>
          </p:nvPr>
        </p:nvSpPr>
        <p:spPr>
          <a:xfrm>
            <a:off x="2098175" y="2712906"/>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1" name="Google Shape;151;p13"/>
          <p:cNvSpPr txBox="1"/>
          <p:nvPr>
            <p:ph idx="3" type="subTitle"/>
          </p:nvPr>
        </p:nvSpPr>
        <p:spPr>
          <a:xfrm>
            <a:off x="5856599" y="165740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2" name="Google Shape;152;p13"/>
          <p:cNvSpPr txBox="1"/>
          <p:nvPr>
            <p:ph idx="4" type="subTitle"/>
          </p:nvPr>
        </p:nvSpPr>
        <p:spPr>
          <a:xfrm>
            <a:off x="5856599" y="2733450"/>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3" name="Google Shape;153;p13"/>
          <p:cNvSpPr txBox="1"/>
          <p:nvPr>
            <p:ph idx="5" type="subTitle"/>
          </p:nvPr>
        </p:nvSpPr>
        <p:spPr>
          <a:xfrm>
            <a:off x="2098175" y="3694268"/>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4" name="Google Shape;154;p13"/>
          <p:cNvSpPr txBox="1"/>
          <p:nvPr>
            <p:ph idx="6" type="subTitle"/>
          </p:nvPr>
        </p:nvSpPr>
        <p:spPr>
          <a:xfrm>
            <a:off x="5856599" y="3700725"/>
            <a:ext cx="230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55" name="Google Shape;155;p13"/>
          <p:cNvSpPr txBox="1"/>
          <p:nvPr>
            <p:ph hasCustomPrompt="1" idx="7" type="title"/>
          </p:nvPr>
        </p:nvSpPr>
        <p:spPr>
          <a:xfrm>
            <a:off x="1363475" y="1621571"/>
            <a:ext cx="7347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6" name="Google Shape;156;p13"/>
          <p:cNvSpPr txBox="1"/>
          <p:nvPr>
            <p:ph hasCustomPrompt="1" idx="8" type="title"/>
          </p:nvPr>
        </p:nvSpPr>
        <p:spPr>
          <a:xfrm>
            <a:off x="5121899" y="1621571"/>
            <a:ext cx="7347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7" name="Google Shape;157;p13"/>
          <p:cNvSpPr txBox="1"/>
          <p:nvPr>
            <p:ph hasCustomPrompt="1" idx="9" type="title"/>
          </p:nvPr>
        </p:nvSpPr>
        <p:spPr>
          <a:xfrm>
            <a:off x="1363471" y="2621575"/>
            <a:ext cx="7347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8" name="Google Shape;158;p13"/>
          <p:cNvSpPr txBox="1"/>
          <p:nvPr>
            <p:ph hasCustomPrompt="1" idx="13" type="title"/>
          </p:nvPr>
        </p:nvSpPr>
        <p:spPr>
          <a:xfrm>
            <a:off x="5121899" y="2599404"/>
            <a:ext cx="7347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9" name="Google Shape;159;p13"/>
          <p:cNvSpPr txBox="1"/>
          <p:nvPr>
            <p:ph hasCustomPrompt="1" idx="14" type="title"/>
          </p:nvPr>
        </p:nvSpPr>
        <p:spPr>
          <a:xfrm>
            <a:off x="1402449" y="3635175"/>
            <a:ext cx="7347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0" name="Google Shape;160;p13"/>
          <p:cNvSpPr txBox="1"/>
          <p:nvPr>
            <p:ph hasCustomPrompt="1" idx="15" type="title"/>
          </p:nvPr>
        </p:nvSpPr>
        <p:spPr>
          <a:xfrm>
            <a:off x="5121899" y="3625154"/>
            <a:ext cx="734700" cy="4476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61" name="Google Shape;161;p13"/>
          <p:cNvSpPr txBox="1"/>
          <p:nvPr>
            <p:ph idx="16" type="subTitle"/>
          </p:nvPr>
        </p:nvSpPr>
        <p:spPr>
          <a:xfrm>
            <a:off x="2098175" y="1475874"/>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400">
                <a:solidFill>
                  <a:schemeClr val="dk1"/>
                </a:solidFill>
                <a:latin typeface="Archivo"/>
                <a:ea typeface="Archivo"/>
                <a:cs typeface="Archivo"/>
                <a:sym typeface="Archiv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62" name="Google Shape;162;p13"/>
          <p:cNvSpPr txBox="1"/>
          <p:nvPr>
            <p:ph idx="17" type="subTitle"/>
          </p:nvPr>
        </p:nvSpPr>
        <p:spPr>
          <a:xfrm>
            <a:off x="2098175" y="2457224"/>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400">
                <a:solidFill>
                  <a:schemeClr val="dk1"/>
                </a:solidFill>
                <a:latin typeface="Archivo"/>
                <a:ea typeface="Archivo"/>
                <a:cs typeface="Archivo"/>
                <a:sym typeface="Archiv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63" name="Google Shape;163;p13"/>
          <p:cNvSpPr txBox="1"/>
          <p:nvPr>
            <p:ph idx="18" type="subTitle"/>
          </p:nvPr>
        </p:nvSpPr>
        <p:spPr>
          <a:xfrm>
            <a:off x="2098175" y="3438587"/>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400">
                <a:solidFill>
                  <a:schemeClr val="dk1"/>
                </a:solidFill>
                <a:latin typeface="Archivo"/>
                <a:ea typeface="Archivo"/>
                <a:cs typeface="Archivo"/>
                <a:sym typeface="Archiv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64" name="Google Shape;164;p13"/>
          <p:cNvSpPr txBox="1"/>
          <p:nvPr>
            <p:ph idx="19" type="subTitle"/>
          </p:nvPr>
        </p:nvSpPr>
        <p:spPr>
          <a:xfrm>
            <a:off x="5856599" y="1401200"/>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400">
                <a:solidFill>
                  <a:schemeClr val="dk1"/>
                </a:solidFill>
                <a:latin typeface="Archivo"/>
                <a:ea typeface="Archivo"/>
                <a:cs typeface="Archivo"/>
                <a:sym typeface="Archiv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65" name="Google Shape;165;p13"/>
          <p:cNvSpPr txBox="1"/>
          <p:nvPr>
            <p:ph idx="20" type="subTitle"/>
          </p:nvPr>
        </p:nvSpPr>
        <p:spPr>
          <a:xfrm>
            <a:off x="5856599" y="2477250"/>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400">
                <a:solidFill>
                  <a:schemeClr val="dk1"/>
                </a:solidFill>
                <a:latin typeface="Archivo"/>
                <a:ea typeface="Archivo"/>
                <a:cs typeface="Archivo"/>
                <a:sym typeface="Archiv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166" name="Google Shape;166;p13"/>
          <p:cNvSpPr txBox="1"/>
          <p:nvPr>
            <p:ph idx="21" type="subTitle"/>
          </p:nvPr>
        </p:nvSpPr>
        <p:spPr>
          <a:xfrm>
            <a:off x="5856599" y="3444525"/>
            <a:ext cx="2305500" cy="4848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400">
                <a:solidFill>
                  <a:schemeClr val="dk1"/>
                </a:solidFill>
                <a:latin typeface="Archivo"/>
                <a:ea typeface="Archivo"/>
                <a:cs typeface="Archivo"/>
                <a:sym typeface="Archivo"/>
              </a:defRPr>
            </a:lvl1pPr>
            <a:lvl2pPr lvl="1" rtl="0">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67" name="Shape 167"/>
        <p:cNvGrpSpPr/>
        <p:nvPr/>
      </p:nvGrpSpPr>
      <p:grpSpPr>
        <a:xfrm>
          <a:off x="0" y="0"/>
          <a:ext cx="0" cy="0"/>
          <a:chOff x="0" y="0"/>
          <a:chExt cx="0" cy="0"/>
        </a:xfrm>
      </p:grpSpPr>
      <p:grpSp>
        <p:nvGrpSpPr>
          <p:cNvPr id="168" name="Google Shape;168;p14"/>
          <p:cNvGrpSpPr/>
          <p:nvPr/>
        </p:nvGrpSpPr>
        <p:grpSpPr>
          <a:xfrm>
            <a:off x="-109600" y="0"/>
            <a:ext cx="9353825" cy="5143500"/>
            <a:chOff x="-109600" y="0"/>
            <a:chExt cx="9353825" cy="5143500"/>
          </a:xfrm>
        </p:grpSpPr>
        <p:sp>
          <p:nvSpPr>
            <p:cNvPr id="169" name="Google Shape;169;p14"/>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4"/>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1" name="Google Shape;171;p14"/>
          <p:cNvSpPr/>
          <p:nvPr/>
        </p:nvSpPr>
        <p:spPr>
          <a:xfrm rot="-5400000">
            <a:off x="0" y="3775400"/>
            <a:ext cx="1342725" cy="1393450"/>
          </a:xfrm>
          <a:custGeom>
            <a:rect b="b" l="l" r="r" t="t"/>
            <a:pathLst>
              <a:path extrusionOk="0" h="55738" w="53709">
                <a:moveTo>
                  <a:pt x="33918" y="1"/>
                </a:moveTo>
                <a:cubicBezTo>
                  <a:pt x="33532" y="18979"/>
                  <a:pt x="18715" y="34466"/>
                  <a:pt x="1" y="35927"/>
                </a:cubicBezTo>
                <a:lnTo>
                  <a:pt x="1" y="55738"/>
                </a:lnTo>
                <a:cubicBezTo>
                  <a:pt x="29635" y="54256"/>
                  <a:pt x="53302" y="29879"/>
                  <a:pt x="537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2" name="Google Shape;172;p14"/>
          <p:cNvGrpSpPr/>
          <p:nvPr/>
        </p:nvGrpSpPr>
        <p:grpSpPr>
          <a:xfrm>
            <a:off x="-357280" y="868100"/>
            <a:ext cx="10023705" cy="2484185"/>
            <a:chOff x="-357280" y="868100"/>
            <a:chExt cx="10023705" cy="2484185"/>
          </a:xfrm>
        </p:grpSpPr>
        <p:sp>
          <p:nvSpPr>
            <p:cNvPr id="173" name="Google Shape;173;p14"/>
            <p:cNvSpPr/>
            <p:nvPr/>
          </p:nvSpPr>
          <p:spPr>
            <a:xfrm>
              <a:off x="-357280" y="2613250"/>
              <a:ext cx="735459" cy="739035"/>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4"/>
            <p:cNvSpPr/>
            <p:nvPr/>
          </p:nvSpPr>
          <p:spPr>
            <a:xfrm>
              <a:off x="8430775" y="868100"/>
              <a:ext cx="1235650" cy="1241450"/>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5" name="Google Shape;175;p14"/>
          <p:cNvSpPr/>
          <p:nvPr/>
        </p:nvSpPr>
        <p:spPr>
          <a:xfrm rot="5400000">
            <a:off x="8150106" y="3307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4"/>
          <p:cNvSpPr txBox="1"/>
          <p:nvPr>
            <p:ph type="title"/>
          </p:nvPr>
        </p:nvSpPr>
        <p:spPr>
          <a:xfrm>
            <a:off x="1226413" y="2962475"/>
            <a:ext cx="6691200" cy="6618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77" name="Google Shape;177;p14"/>
          <p:cNvSpPr txBox="1"/>
          <p:nvPr>
            <p:ph idx="1" type="subTitle"/>
          </p:nvPr>
        </p:nvSpPr>
        <p:spPr>
          <a:xfrm>
            <a:off x="1226388" y="1099175"/>
            <a:ext cx="6691200" cy="18633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178" name="Shape 178"/>
        <p:cNvGrpSpPr/>
        <p:nvPr/>
      </p:nvGrpSpPr>
      <p:grpSpPr>
        <a:xfrm>
          <a:off x="0" y="0"/>
          <a:ext cx="0" cy="0"/>
          <a:chOff x="0" y="0"/>
          <a:chExt cx="0" cy="0"/>
        </a:xfrm>
      </p:grpSpPr>
      <p:grpSp>
        <p:nvGrpSpPr>
          <p:cNvPr id="179" name="Google Shape;179;p15"/>
          <p:cNvGrpSpPr/>
          <p:nvPr/>
        </p:nvGrpSpPr>
        <p:grpSpPr>
          <a:xfrm>
            <a:off x="-109600" y="0"/>
            <a:ext cx="9353825" cy="5143500"/>
            <a:chOff x="-109600" y="0"/>
            <a:chExt cx="9353825" cy="5143500"/>
          </a:xfrm>
        </p:grpSpPr>
        <p:sp>
          <p:nvSpPr>
            <p:cNvPr id="180" name="Google Shape;180;p15"/>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5"/>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2" name="Google Shape;182;p15"/>
          <p:cNvSpPr/>
          <p:nvPr/>
        </p:nvSpPr>
        <p:spPr>
          <a:xfrm rot="-5400000">
            <a:off x="25350" y="3775400"/>
            <a:ext cx="1342725" cy="1393450"/>
          </a:xfrm>
          <a:custGeom>
            <a:rect b="b" l="l" r="r" t="t"/>
            <a:pathLst>
              <a:path extrusionOk="0" h="55738" w="53709">
                <a:moveTo>
                  <a:pt x="33918" y="1"/>
                </a:moveTo>
                <a:cubicBezTo>
                  <a:pt x="33532" y="18979"/>
                  <a:pt x="18715" y="34466"/>
                  <a:pt x="1" y="35927"/>
                </a:cubicBezTo>
                <a:lnTo>
                  <a:pt x="1" y="55738"/>
                </a:lnTo>
                <a:cubicBezTo>
                  <a:pt x="29635" y="54256"/>
                  <a:pt x="53302" y="29879"/>
                  <a:pt x="537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5"/>
          <p:cNvSpPr/>
          <p:nvPr/>
        </p:nvSpPr>
        <p:spPr>
          <a:xfrm>
            <a:off x="-240880" y="2140050"/>
            <a:ext cx="735459" cy="739035"/>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4" name="Google Shape;184;p15"/>
          <p:cNvGrpSpPr/>
          <p:nvPr/>
        </p:nvGrpSpPr>
        <p:grpSpPr>
          <a:xfrm>
            <a:off x="449481" y="1147633"/>
            <a:ext cx="8173898" cy="2898698"/>
            <a:chOff x="449481" y="1147633"/>
            <a:chExt cx="8173898" cy="2898698"/>
          </a:xfrm>
        </p:grpSpPr>
        <p:sp>
          <p:nvSpPr>
            <p:cNvPr id="185" name="Google Shape;185;p15"/>
            <p:cNvSpPr/>
            <p:nvPr/>
          </p:nvSpPr>
          <p:spPr>
            <a:xfrm rot="5400000">
              <a:off x="8509131" y="39320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5"/>
            <p:cNvSpPr/>
            <p:nvPr/>
          </p:nvSpPr>
          <p:spPr>
            <a:xfrm rot="5400000">
              <a:off x="449481" y="114763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7" name="Google Shape;187;p15"/>
          <p:cNvSpPr txBox="1"/>
          <p:nvPr>
            <p:ph type="title"/>
          </p:nvPr>
        </p:nvSpPr>
        <p:spPr>
          <a:xfrm>
            <a:off x="948600" y="836175"/>
            <a:ext cx="3519600" cy="22962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88" name="Google Shape;188;p15"/>
          <p:cNvSpPr txBox="1"/>
          <p:nvPr>
            <p:ph idx="1" type="subTitle"/>
          </p:nvPr>
        </p:nvSpPr>
        <p:spPr>
          <a:xfrm>
            <a:off x="948600" y="3132225"/>
            <a:ext cx="3519600" cy="935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89" name="Google Shape;189;p15"/>
          <p:cNvSpPr/>
          <p:nvPr>
            <p:ph idx="2" type="pic"/>
          </p:nvPr>
        </p:nvSpPr>
        <p:spPr>
          <a:xfrm>
            <a:off x="4609750" y="702300"/>
            <a:ext cx="3738900" cy="3738900"/>
          </a:xfrm>
          <a:prstGeom prst="ellipse">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90" name="Shape 190"/>
        <p:cNvGrpSpPr/>
        <p:nvPr/>
      </p:nvGrpSpPr>
      <p:grpSpPr>
        <a:xfrm>
          <a:off x="0" y="0"/>
          <a:ext cx="0" cy="0"/>
          <a:chOff x="0" y="0"/>
          <a:chExt cx="0" cy="0"/>
        </a:xfrm>
      </p:grpSpPr>
      <p:grpSp>
        <p:nvGrpSpPr>
          <p:cNvPr id="191" name="Google Shape;191;p16"/>
          <p:cNvGrpSpPr/>
          <p:nvPr/>
        </p:nvGrpSpPr>
        <p:grpSpPr>
          <a:xfrm>
            <a:off x="-109600" y="0"/>
            <a:ext cx="9353825" cy="5143500"/>
            <a:chOff x="-109600" y="0"/>
            <a:chExt cx="9353825" cy="5143500"/>
          </a:xfrm>
        </p:grpSpPr>
        <p:sp>
          <p:nvSpPr>
            <p:cNvPr id="192" name="Google Shape;192;p16"/>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6"/>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4" name="Google Shape;194;p16"/>
          <p:cNvSpPr/>
          <p:nvPr/>
        </p:nvSpPr>
        <p:spPr>
          <a:xfrm rot="5400000">
            <a:off x="7775900" y="-25375"/>
            <a:ext cx="1342725" cy="1393450"/>
          </a:xfrm>
          <a:custGeom>
            <a:rect b="b" l="l" r="r" t="t"/>
            <a:pathLst>
              <a:path extrusionOk="0" h="55738" w="53709">
                <a:moveTo>
                  <a:pt x="33918" y="1"/>
                </a:moveTo>
                <a:cubicBezTo>
                  <a:pt x="33532" y="18979"/>
                  <a:pt x="18715" y="34466"/>
                  <a:pt x="1" y="35927"/>
                </a:cubicBezTo>
                <a:lnTo>
                  <a:pt x="1" y="55738"/>
                </a:lnTo>
                <a:cubicBezTo>
                  <a:pt x="29635" y="54256"/>
                  <a:pt x="53302" y="29879"/>
                  <a:pt x="537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6"/>
          <p:cNvSpPr/>
          <p:nvPr/>
        </p:nvSpPr>
        <p:spPr>
          <a:xfrm flipH="1">
            <a:off x="-357280" y="2684238"/>
            <a:ext cx="834311" cy="838227"/>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6" name="Google Shape;196;p16"/>
          <p:cNvGrpSpPr/>
          <p:nvPr/>
        </p:nvGrpSpPr>
        <p:grpSpPr>
          <a:xfrm>
            <a:off x="223231" y="1041883"/>
            <a:ext cx="8473198" cy="3481048"/>
            <a:chOff x="223231" y="1041883"/>
            <a:chExt cx="8473198" cy="3481048"/>
          </a:xfrm>
        </p:grpSpPr>
        <p:sp>
          <p:nvSpPr>
            <p:cNvPr id="197" name="Google Shape;197;p16"/>
            <p:cNvSpPr/>
            <p:nvPr/>
          </p:nvSpPr>
          <p:spPr>
            <a:xfrm rot="5400000">
              <a:off x="8582181" y="44086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6"/>
            <p:cNvSpPr/>
            <p:nvPr/>
          </p:nvSpPr>
          <p:spPr>
            <a:xfrm rot="5400000">
              <a:off x="223231" y="10418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9" name="Google Shape;199;p16"/>
          <p:cNvSpPr txBox="1"/>
          <p:nvPr>
            <p:ph type="title"/>
          </p:nvPr>
        </p:nvSpPr>
        <p:spPr>
          <a:xfrm>
            <a:off x="720000" y="1637550"/>
            <a:ext cx="3597900" cy="10632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0" name="Google Shape;200;p16"/>
          <p:cNvSpPr txBox="1"/>
          <p:nvPr>
            <p:ph idx="1" type="subTitle"/>
          </p:nvPr>
        </p:nvSpPr>
        <p:spPr>
          <a:xfrm>
            <a:off x="720000" y="2700750"/>
            <a:ext cx="3597900" cy="805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
    <p:spTree>
      <p:nvGrpSpPr>
        <p:cNvPr id="201" name="Shape 201"/>
        <p:cNvGrpSpPr/>
        <p:nvPr/>
      </p:nvGrpSpPr>
      <p:grpSpPr>
        <a:xfrm>
          <a:off x="0" y="0"/>
          <a:ext cx="0" cy="0"/>
          <a:chOff x="0" y="0"/>
          <a:chExt cx="0" cy="0"/>
        </a:xfrm>
      </p:grpSpPr>
      <p:grpSp>
        <p:nvGrpSpPr>
          <p:cNvPr id="202" name="Google Shape;202;p17"/>
          <p:cNvGrpSpPr/>
          <p:nvPr/>
        </p:nvGrpSpPr>
        <p:grpSpPr>
          <a:xfrm>
            <a:off x="-109600" y="0"/>
            <a:ext cx="9353825" cy="5143500"/>
            <a:chOff x="-109600" y="0"/>
            <a:chExt cx="9353825" cy="5143500"/>
          </a:xfrm>
        </p:grpSpPr>
        <p:sp>
          <p:nvSpPr>
            <p:cNvPr id="203" name="Google Shape;203;p17"/>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7"/>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05" name="Google Shape;205;p17"/>
          <p:cNvSpPr/>
          <p:nvPr/>
        </p:nvSpPr>
        <p:spPr>
          <a:xfrm rot="-5400000">
            <a:off x="25350" y="3775400"/>
            <a:ext cx="1342725" cy="1393450"/>
          </a:xfrm>
          <a:custGeom>
            <a:rect b="b" l="l" r="r" t="t"/>
            <a:pathLst>
              <a:path extrusionOk="0" h="55738" w="53709">
                <a:moveTo>
                  <a:pt x="33918" y="1"/>
                </a:moveTo>
                <a:cubicBezTo>
                  <a:pt x="33532" y="18979"/>
                  <a:pt x="18715" y="34466"/>
                  <a:pt x="1" y="35927"/>
                </a:cubicBezTo>
                <a:lnTo>
                  <a:pt x="1" y="55738"/>
                </a:lnTo>
                <a:cubicBezTo>
                  <a:pt x="29635" y="54256"/>
                  <a:pt x="53302" y="29879"/>
                  <a:pt x="537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7"/>
          <p:cNvSpPr/>
          <p:nvPr/>
        </p:nvSpPr>
        <p:spPr>
          <a:xfrm>
            <a:off x="-357280" y="2613250"/>
            <a:ext cx="735459" cy="739035"/>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07" name="Google Shape;207;p17"/>
          <p:cNvGrpSpPr/>
          <p:nvPr/>
        </p:nvGrpSpPr>
        <p:grpSpPr>
          <a:xfrm>
            <a:off x="8132925" y="198475"/>
            <a:ext cx="921550" cy="253225"/>
            <a:chOff x="5690050" y="3400200"/>
            <a:chExt cx="921550" cy="253225"/>
          </a:xfrm>
        </p:grpSpPr>
        <p:sp>
          <p:nvSpPr>
            <p:cNvPr id="208" name="Google Shape;208;p17"/>
            <p:cNvSpPr/>
            <p:nvPr/>
          </p:nvSpPr>
          <p:spPr>
            <a:xfrm>
              <a:off x="5690050"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5" y="2172"/>
                    <a:pt x="2173" y="1685"/>
                    <a:pt x="2173" y="1076"/>
                  </a:cubicBezTo>
                  <a:cubicBezTo>
                    <a:pt x="2173" y="487"/>
                    <a:pt x="1685"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7"/>
            <p:cNvSpPr/>
            <p:nvPr/>
          </p:nvSpPr>
          <p:spPr>
            <a:xfrm>
              <a:off x="5906725"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6" y="2172"/>
                    <a:pt x="2173" y="1685"/>
                    <a:pt x="2173" y="1076"/>
                  </a:cubicBezTo>
                  <a:cubicBezTo>
                    <a:pt x="2173" y="487"/>
                    <a:pt x="168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7"/>
            <p:cNvSpPr/>
            <p:nvPr/>
          </p:nvSpPr>
          <p:spPr>
            <a:xfrm>
              <a:off x="6123400"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6" y="2172"/>
                    <a:pt x="2173" y="1685"/>
                    <a:pt x="2173" y="1076"/>
                  </a:cubicBezTo>
                  <a:cubicBezTo>
                    <a:pt x="2173" y="487"/>
                    <a:pt x="168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7"/>
            <p:cNvSpPr/>
            <p:nvPr/>
          </p:nvSpPr>
          <p:spPr>
            <a:xfrm>
              <a:off x="6340075" y="3400200"/>
              <a:ext cx="54850" cy="54325"/>
            </a:xfrm>
            <a:custGeom>
              <a:rect b="b" l="l" r="r" t="t"/>
              <a:pathLst>
                <a:path extrusionOk="0" h="2173" w="2194">
                  <a:moveTo>
                    <a:pt x="1097" y="0"/>
                  </a:moveTo>
                  <a:cubicBezTo>
                    <a:pt x="488" y="0"/>
                    <a:pt x="1" y="487"/>
                    <a:pt x="1" y="1076"/>
                  </a:cubicBezTo>
                  <a:cubicBezTo>
                    <a:pt x="1" y="1685"/>
                    <a:pt x="488" y="2172"/>
                    <a:pt x="1097" y="2172"/>
                  </a:cubicBezTo>
                  <a:cubicBezTo>
                    <a:pt x="1706" y="2172"/>
                    <a:pt x="2193" y="1685"/>
                    <a:pt x="2193" y="1076"/>
                  </a:cubicBezTo>
                  <a:cubicBezTo>
                    <a:pt x="2193" y="487"/>
                    <a:pt x="170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7"/>
            <p:cNvSpPr/>
            <p:nvPr/>
          </p:nvSpPr>
          <p:spPr>
            <a:xfrm>
              <a:off x="6556775" y="3400200"/>
              <a:ext cx="54825" cy="54325"/>
            </a:xfrm>
            <a:custGeom>
              <a:rect b="b" l="l" r="r" t="t"/>
              <a:pathLst>
                <a:path extrusionOk="0" h="2173" w="2193">
                  <a:moveTo>
                    <a:pt x="1096" y="0"/>
                  </a:moveTo>
                  <a:cubicBezTo>
                    <a:pt x="487" y="0"/>
                    <a:pt x="0" y="487"/>
                    <a:pt x="0" y="1076"/>
                  </a:cubicBezTo>
                  <a:cubicBezTo>
                    <a:pt x="0" y="1685"/>
                    <a:pt x="487" y="2172"/>
                    <a:pt x="1096" y="2172"/>
                  </a:cubicBezTo>
                  <a:cubicBezTo>
                    <a:pt x="1705" y="2172"/>
                    <a:pt x="2192" y="1685"/>
                    <a:pt x="2192" y="1076"/>
                  </a:cubicBezTo>
                  <a:cubicBezTo>
                    <a:pt x="2192" y="487"/>
                    <a:pt x="1705" y="0"/>
                    <a:pt x="10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7"/>
            <p:cNvSpPr/>
            <p:nvPr/>
          </p:nvSpPr>
          <p:spPr>
            <a:xfrm>
              <a:off x="5690050"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5" y="2193"/>
                    <a:pt x="2173" y="1706"/>
                    <a:pt x="2173" y="1097"/>
                  </a:cubicBezTo>
                  <a:cubicBezTo>
                    <a:pt x="2173" y="488"/>
                    <a:pt x="1685"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7"/>
            <p:cNvSpPr/>
            <p:nvPr/>
          </p:nvSpPr>
          <p:spPr>
            <a:xfrm>
              <a:off x="5906725"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6" y="2193"/>
                    <a:pt x="2173" y="1706"/>
                    <a:pt x="2173" y="1097"/>
                  </a:cubicBezTo>
                  <a:cubicBezTo>
                    <a:pt x="2173" y="488"/>
                    <a:pt x="168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7"/>
            <p:cNvSpPr/>
            <p:nvPr/>
          </p:nvSpPr>
          <p:spPr>
            <a:xfrm>
              <a:off x="6123400"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6" y="2193"/>
                    <a:pt x="2173" y="1706"/>
                    <a:pt x="2173" y="1097"/>
                  </a:cubicBezTo>
                  <a:cubicBezTo>
                    <a:pt x="2173" y="488"/>
                    <a:pt x="168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7"/>
            <p:cNvSpPr/>
            <p:nvPr/>
          </p:nvSpPr>
          <p:spPr>
            <a:xfrm>
              <a:off x="6340075" y="3598600"/>
              <a:ext cx="54850" cy="54825"/>
            </a:xfrm>
            <a:custGeom>
              <a:rect b="b" l="l" r="r" t="t"/>
              <a:pathLst>
                <a:path extrusionOk="0" h="2193" w="2194">
                  <a:moveTo>
                    <a:pt x="1097" y="1"/>
                  </a:moveTo>
                  <a:cubicBezTo>
                    <a:pt x="488" y="1"/>
                    <a:pt x="1" y="488"/>
                    <a:pt x="1" y="1097"/>
                  </a:cubicBezTo>
                  <a:cubicBezTo>
                    <a:pt x="1" y="1706"/>
                    <a:pt x="488" y="2193"/>
                    <a:pt x="1097" y="2193"/>
                  </a:cubicBezTo>
                  <a:cubicBezTo>
                    <a:pt x="1706" y="2193"/>
                    <a:pt x="2193" y="1706"/>
                    <a:pt x="2193" y="1097"/>
                  </a:cubicBezTo>
                  <a:cubicBezTo>
                    <a:pt x="2193" y="488"/>
                    <a:pt x="170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7"/>
            <p:cNvSpPr/>
            <p:nvPr/>
          </p:nvSpPr>
          <p:spPr>
            <a:xfrm>
              <a:off x="6556775" y="3598600"/>
              <a:ext cx="54825" cy="54825"/>
            </a:xfrm>
            <a:custGeom>
              <a:rect b="b" l="l" r="r" t="t"/>
              <a:pathLst>
                <a:path extrusionOk="0" h="2193" w="2193">
                  <a:moveTo>
                    <a:pt x="1096" y="1"/>
                  </a:moveTo>
                  <a:cubicBezTo>
                    <a:pt x="487" y="1"/>
                    <a:pt x="0" y="488"/>
                    <a:pt x="0" y="1097"/>
                  </a:cubicBezTo>
                  <a:cubicBezTo>
                    <a:pt x="0" y="1706"/>
                    <a:pt x="487" y="2193"/>
                    <a:pt x="1096" y="2193"/>
                  </a:cubicBezTo>
                  <a:cubicBezTo>
                    <a:pt x="1705" y="2193"/>
                    <a:pt x="2192" y="1706"/>
                    <a:pt x="2192" y="1097"/>
                  </a:cubicBezTo>
                  <a:cubicBezTo>
                    <a:pt x="2192" y="488"/>
                    <a:pt x="1705"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8" name="Google Shape;218;p17"/>
          <p:cNvGrpSpPr/>
          <p:nvPr/>
        </p:nvGrpSpPr>
        <p:grpSpPr>
          <a:xfrm>
            <a:off x="378181" y="337458"/>
            <a:ext cx="791073" cy="3211186"/>
            <a:chOff x="378181" y="337458"/>
            <a:chExt cx="791073" cy="3211186"/>
          </a:xfrm>
        </p:grpSpPr>
        <p:sp>
          <p:nvSpPr>
            <p:cNvPr id="219" name="Google Shape;219;p17"/>
            <p:cNvSpPr/>
            <p:nvPr/>
          </p:nvSpPr>
          <p:spPr>
            <a:xfrm rot="5400000">
              <a:off x="1055006" y="337458"/>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7"/>
            <p:cNvSpPr/>
            <p:nvPr/>
          </p:nvSpPr>
          <p:spPr>
            <a:xfrm rot="5400000">
              <a:off x="378181" y="3434395"/>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1" name="Google Shape;221;p17"/>
          <p:cNvSpPr txBox="1"/>
          <p:nvPr>
            <p:ph type="title"/>
          </p:nvPr>
        </p:nvSpPr>
        <p:spPr>
          <a:xfrm>
            <a:off x="4610150" y="1501200"/>
            <a:ext cx="3820500" cy="10608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22" name="Google Shape;222;p17"/>
          <p:cNvSpPr txBox="1"/>
          <p:nvPr>
            <p:ph idx="1" type="subTitle"/>
          </p:nvPr>
        </p:nvSpPr>
        <p:spPr>
          <a:xfrm>
            <a:off x="4610275" y="2562000"/>
            <a:ext cx="3820500" cy="1080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ONE_COLUMN_TEXT_1">
    <p:spTree>
      <p:nvGrpSpPr>
        <p:cNvPr id="223" name="Shape 223"/>
        <p:cNvGrpSpPr/>
        <p:nvPr/>
      </p:nvGrpSpPr>
      <p:grpSpPr>
        <a:xfrm>
          <a:off x="0" y="0"/>
          <a:ext cx="0" cy="0"/>
          <a:chOff x="0" y="0"/>
          <a:chExt cx="0" cy="0"/>
        </a:xfrm>
      </p:grpSpPr>
      <p:grpSp>
        <p:nvGrpSpPr>
          <p:cNvPr id="224" name="Google Shape;224;p18"/>
          <p:cNvGrpSpPr/>
          <p:nvPr/>
        </p:nvGrpSpPr>
        <p:grpSpPr>
          <a:xfrm>
            <a:off x="-109600" y="0"/>
            <a:ext cx="9353825" cy="5143500"/>
            <a:chOff x="-109600" y="0"/>
            <a:chExt cx="9353825" cy="5143500"/>
          </a:xfrm>
        </p:grpSpPr>
        <p:sp>
          <p:nvSpPr>
            <p:cNvPr id="225" name="Google Shape;225;p18"/>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8"/>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27" name="Google Shape;227;p18"/>
          <p:cNvSpPr/>
          <p:nvPr/>
        </p:nvSpPr>
        <p:spPr>
          <a:xfrm>
            <a:off x="-100180" y="278688"/>
            <a:ext cx="735459" cy="739035"/>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8"/>
          <p:cNvSpPr/>
          <p:nvPr/>
        </p:nvSpPr>
        <p:spPr>
          <a:xfrm rot="5400000">
            <a:off x="7775900" y="-25375"/>
            <a:ext cx="1342725" cy="1393450"/>
          </a:xfrm>
          <a:custGeom>
            <a:rect b="b" l="l" r="r" t="t"/>
            <a:pathLst>
              <a:path extrusionOk="0" h="55738" w="53709">
                <a:moveTo>
                  <a:pt x="33918" y="1"/>
                </a:moveTo>
                <a:cubicBezTo>
                  <a:pt x="33532" y="18979"/>
                  <a:pt x="18715" y="34466"/>
                  <a:pt x="1" y="35927"/>
                </a:cubicBezTo>
                <a:lnTo>
                  <a:pt x="1" y="55738"/>
                </a:lnTo>
                <a:cubicBezTo>
                  <a:pt x="29635" y="54256"/>
                  <a:pt x="53302" y="29879"/>
                  <a:pt x="537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9" name="Google Shape;229;p18"/>
          <p:cNvGrpSpPr/>
          <p:nvPr/>
        </p:nvGrpSpPr>
        <p:grpSpPr>
          <a:xfrm>
            <a:off x="449481" y="1147633"/>
            <a:ext cx="8173898" cy="2898698"/>
            <a:chOff x="449481" y="1147633"/>
            <a:chExt cx="8173898" cy="2898698"/>
          </a:xfrm>
        </p:grpSpPr>
        <p:sp>
          <p:nvSpPr>
            <p:cNvPr id="230" name="Google Shape;230;p18"/>
            <p:cNvSpPr/>
            <p:nvPr/>
          </p:nvSpPr>
          <p:spPr>
            <a:xfrm rot="5400000">
              <a:off x="8509131" y="39320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8"/>
            <p:cNvSpPr/>
            <p:nvPr/>
          </p:nvSpPr>
          <p:spPr>
            <a:xfrm rot="5400000">
              <a:off x="449481" y="114763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2" name="Google Shape;232;p18"/>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33" name="Google Shape;233;p18"/>
          <p:cNvSpPr txBox="1"/>
          <p:nvPr>
            <p:ph idx="1" type="subTitle"/>
          </p:nvPr>
        </p:nvSpPr>
        <p:spPr>
          <a:xfrm>
            <a:off x="720000" y="1700300"/>
            <a:ext cx="4294800" cy="21771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Font typeface="Nunito Light"/>
              <a:buChar char="●"/>
              <a:defRPr/>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0"/>
              </a:spcBef>
              <a:spcAft>
                <a:spcPts val="0"/>
              </a:spcAft>
              <a:buClr>
                <a:srgbClr val="E76A28"/>
              </a:buClr>
              <a:buSzPts val="1500"/>
              <a:buFont typeface="Nunito Light"/>
              <a:buChar char="■"/>
              <a:defRPr/>
            </a:lvl3pPr>
            <a:lvl4pPr lvl="3" rtl="0" algn="ctr">
              <a:lnSpc>
                <a:spcPct val="100000"/>
              </a:lnSpc>
              <a:spcBef>
                <a:spcPts val="0"/>
              </a:spcBef>
              <a:spcAft>
                <a:spcPts val="0"/>
              </a:spcAft>
              <a:buClr>
                <a:srgbClr val="E76A28"/>
              </a:buClr>
              <a:buSzPts val="1500"/>
              <a:buFont typeface="Nunito Light"/>
              <a:buChar char="●"/>
              <a:defRPr/>
            </a:lvl4pPr>
            <a:lvl5pPr lvl="4" rtl="0" algn="ctr">
              <a:lnSpc>
                <a:spcPct val="100000"/>
              </a:lnSpc>
              <a:spcBef>
                <a:spcPts val="0"/>
              </a:spcBef>
              <a:spcAft>
                <a:spcPts val="0"/>
              </a:spcAft>
              <a:buClr>
                <a:srgbClr val="E76A28"/>
              </a:buClr>
              <a:buSzPts val="1400"/>
              <a:buFont typeface="Nunito Light"/>
              <a:buChar char="○"/>
              <a:defRPr/>
            </a:lvl5pPr>
            <a:lvl6pPr lvl="5" rtl="0" algn="ctr">
              <a:lnSpc>
                <a:spcPct val="100000"/>
              </a:lnSpc>
              <a:spcBef>
                <a:spcPts val="0"/>
              </a:spcBef>
              <a:spcAft>
                <a:spcPts val="0"/>
              </a:spcAft>
              <a:buClr>
                <a:srgbClr val="999999"/>
              </a:buClr>
              <a:buSzPts val="1400"/>
              <a:buFont typeface="Nunito Light"/>
              <a:buChar char="■"/>
              <a:defRPr/>
            </a:lvl6pPr>
            <a:lvl7pPr lvl="6" rtl="0" algn="ctr">
              <a:lnSpc>
                <a:spcPct val="100000"/>
              </a:lnSpc>
              <a:spcBef>
                <a:spcPts val="0"/>
              </a:spcBef>
              <a:spcAft>
                <a:spcPts val="0"/>
              </a:spcAft>
              <a:buClr>
                <a:srgbClr val="999999"/>
              </a:buClr>
              <a:buSzPts val="1300"/>
              <a:buFont typeface="Nunito Light"/>
              <a:buChar char="●"/>
              <a:defRPr/>
            </a:lvl7pPr>
            <a:lvl8pPr lvl="7" rtl="0" algn="ctr">
              <a:lnSpc>
                <a:spcPct val="100000"/>
              </a:lnSpc>
              <a:spcBef>
                <a:spcPts val="0"/>
              </a:spcBef>
              <a:spcAft>
                <a:spcPts val="0"/>
              </a:spcAft>
              <a:buClr>
                <a:srgbClr val="999999"/>
              </a:buClr>
              <a:buSzPts val="1300"/>
              <a:buFont typeface="Nunito Light"/>
              <a:buChar char="○"/>
              <a:defRPr/>
            </a:lvl8pPr>
            <a:lvl9pPr lvl="8" rtl="0" algn="ctr">
              <a:lnSpc>
                <a:spcPct val="100000"/>
              </a:lnSpc>
              <a:spcBef>
                <a:spcPts val="0"/>
              </a:spcBef>
              <a:spcAft>
                <a:spcPts val="0"/>
              </a:spcAft>
              <a:buClr>
                <a:srgbClr val="999999"/>
              </a:buClr>
              <a:buSzPts val="1400"/>
              <a:buFont typeface="Nunito Light"/>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234" name="Shape 234"/>
        <p:cNvGrpSpPr/>
        <p:nvPr/>
      </p:nvGrpSpPr>
      <p:grpSpPr>
        <a:xfrm>
          <a:off x="0" y="0"/>
          <a:ext cx="0" cy="0"/>
          <a:chOff x="0" y="0"/>
          <a:chExt cx="0" cy="0"/>
        </a:xfrm>
      </p:grpSpPr>
      <p:grpSp>
        <p:nvGrpSpPr>
          <p:cNvPr id="235" name="Google Shape;235;p19"/>
          <p:cNvGrpSpPr/>
          <p:nvPr/>
        </p:nvGrpSpPr>
        <p:grpSpPr>
          <a:xfrm>
            <a:off x="-109600" y="0"/>
            <a:ext cx="9353825" cy="5143500"/>
            <a:chOff x="-109600" y="0"/>
            <a:chExt cx="9353825" cy="5143500"/>
          </a:xfrm>
        </p:grpSpPr>
        <p:sp>
          <p:nvSpPr>
            <p:cNvPr id="236" name="Google Shape;236;p19"/>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9"/>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8" name="Google Shape;238;p19"/>
          <p:cNvGrpSpPr/>
          <p:nvPr/>
        </p:nvGrpSpPr>
        <p:grpSpPr>
          <a:xfrm>
            <a:off x="-357280" y="868100"/>
            <a:ext cx="10023705" cy="2484185"/>
            <a:chOff x="-357280" y="868100"/>
            <a:chExt cx="10023705" cy="2484185"/>
          </a:xfrm>
        </p:grpSpPr>
        <p:sp>
          <p:nvSpPr>
            <p:cNvPr id="239" name="Google Shape;239;p19"/>
            <p:cNvSpPr/>
            <p:nvPr/>
          </p:nvSpPr>
          <p:spPr>
            <a:xfrm>
              <a:off x="-357280" y="2613250"/>
              <a:ext cx="735459" cy="739035"/>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9"/>
            <p:cNvSpPr/>
            <p:nvPr/>
          </p:nvSpPr>
          <p:spPr>
            <a:xfrm>
              <a:off x="8430775" y="868100"/>
              <a:ext cx="1235650" cy="1241450"/>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1" name="Google Shape;241;p19"/>
          <p:cNvGrpSpPr/>
          <p:nvPr/>
        </p:nvGrpSpPr>
        <p:grpSpPr>
          <a:xfrm>
            <a:off x="252450" y="239950"/>
            <a:ext cx="921550" cy="253225"/>
            <a:chOff x="5690050" y="3400200"/>
            <a:chExt cx="921550" cy="253225"/>
          </a:xfrm>
        </p:grpSpPr>
        <p:sp>
          <p:nvSpPr>
            <p:cNvPr id="242" name="Google Shape;242;p19"/>
            <p:cNvSpPr/>
            <p:nvPr/>
          </p:nvSpPr>
          <p:spPr>
            <a:xfrm>
              <a:off x="5690050"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5" y="2172"/>
                    <a:pt x="2173" y="1685"/>
                    <a:pt x="2173" y="1076"/>
                  </a:cubicBezTo>
                  <a:cubicBezTo>
                    <a:pt x="2173" y="487"/>
                    <a:pt x="1685"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9"/>
            <p:cNvSpPr/>
            <p:nvPr/>
          </p:nvSpPr>
          <p:spPr>
            <a:xfrm>
              <a:off x="5906725"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6" y="2172"/>
                    <a:pt x="2173" y="1685"/>
                    <a:pt x="2173" y="1076"/>
                  </a:cubicBezTo>
                  <a:cubicBezTo>
                    <a:pt x="2173" y="487"/>
                    <a:pt x="168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9"/>
            <p:cNvSpPr/>
            <p:nvPr/>
          </p:nvSpPr>
          <p:spPr>
            <a:xfrm>
              <a:off x="6123400"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6" y="2172"/>
                    <a:pt x="2173" y="1685"/>
                    <a:pt x="2173" y="1076"/>
                  </a:cubicBezTo>
                  <a:cubicBezTo>
                    <a:pt x="2173" y="487"/>
                    <a:pt x="168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9"/>
            <p:cNvSpPr/>
            <p:nvPr/>
          </p:nvSpPr>
          <p:spPr>
            <a:xfrm>
              <a:off x="6340075" y="3400200"/>
              <a:ext cx="54850" cy="54325"/>
            </a:xfrm>
            <a:custGeom>
              <a:rect b="b" l="l" r="r" t="t"/>
              <a:pathLst>
                <a:path extrusionOk="0" h="2173" w="2194">
                  <a:moveTo>
                    <a:pt x="1097" y="0"/>
                  </a:moveTo>
                  <a:cubicBezTo>
                    <a:pt x="488" y="0"/>
                    <a:pt x="1" y="487"/>
                    <a:pt x="1" y="1076"/>
                  </a:cubicBezTo>
                  <a:cubicBezTo>
                    <a:pt x="1" y="1685"/>
                    <a:pt x="488" y="2172"/>
                    <a:pt x="1097" y="2172"/>
                  </a:cubicBezTo>
                  <a:cubicBezTo>
                    <a:pt x="1706" y="2172"/>
                    <a:pt x="2193" y="1685"/>
                    <a:pt x="2193" y="1076"/>
                  </a:cubicBezTo>
                  <a:cubicBezTo>
                    <a:pt x="2193" y="487"/>
                    <a:pt x="170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9"/>
            <p:cNvSpPr/>
            <p:nvPr/>
          </p:nvSpPr>
          <p:spPr>
            <a:xfrm>
              <a:off x="6556775" y="3400200"/>
              <a:ext cx="54825" cy="54325"/>
            </a:xfrm>
            <a:custGeom>
              <a:rect b="b" l="l" r="r" t="t"/>
              <a:pathLst>
                <a:path extrusionOk="0" h="2173" w="2193">
                  <a:moveTo>
                    <a:pt x="1096" y="0"/>
                  </a:moveTo>
                  <a:cubicBezTo>
                    <a:pt x="487" y="0"/>
                    <a:pt x="0" y="487"/>
                    <a:pt x="0" y="1076"/>
                  </a:cubicBezTo>
                  <a:cubicBezTo>
                    <a:pt x="0" y="1685"/>
                    <a:pt x="487" y="2172"/>
                    <a:pt x="1096" y="2172"/>
                  </a:cubicBezTo>
                  <a:cubicBezTo>
                    <a:pt x="1705" y="2172"/>
                    <a:pt x="2192" y="1685"/>
                    <a:pt x="2192" y="1076"/>
                  </a:cubicBezTo>
                  <a:cubicBezTo>
                    <a:pt x="2192" y="487"/>
                    <a:pt x="1705" y="0"/>
                    <a:pt x="10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9"/>
            <p:cNvSpPr/>
            <p:nvPr/>
          </p:nvSpPr>
          <p:spPr>
            <a:xfrm>
              <a:off x="5690050"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5" y="2193"/>
                    <a:pt x="2173" y="1706"/>
                    <a:pt x="2173" y="1097"/>
                  </a:cubicBezTo>
                  <a:cubicBezTo>
                    <a:pt x="2173" y="488"/>
                    <a:pt x="1685"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9"/>
            <p:cNvSpPr/>
            <p:nvPr/>
          </p:nvSpPr>
          <p:spPr>
            <a:xfrm>
              <a:off x="5906725"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6" y="2193"/>
                    <a:pt x="2173" y="1706"/>
                    <a:pt x="2173" y="1097"/>
                  </a:cubicBezTo>
                  <a:cubicBezTo>
                    <a:pt x="2173" y="488"/>
                    <a:pt x="168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9"/>
            <p:cNvSpPr/>
            <p:nvPr/>
          </p:nvSpPr>
          <p:spPr>
            <a:xfrm>
              <a:off x="6123400"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6" y="2193"/>
                    <a:pt x="2173" y="1706"/>
                    <a:pt x="2173" y="1097"/>
                  </a:cubicBezTo>
                  <a:cubicBezTo>
                    <a:pt x="2173" y="488"/>
                    <a:pt x="168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9"/>
            <p:cNvSpPr/>
            <p:nvPr/>
          </p:nvSpPr>
          <p:spPr>
            <a:xfrm>
              <a:off x="6340075" y="3598600"/>
              <a:ext cx="54850" cy="54825"/>
            </a:xfrm>
            <a:custGeom>
              <a:rect b="b" l="l" r="r" t="t"/>
              <a:pathLst>
                <a:path extrusionOk="0" h="2193" w="2194">
                  <a:moveTo>
                    <a:pt x="1097" y="1"/>
                  </a:moveTo>
                  <a:cubicBezTo>
                    <a:pt x="488" y="1"/>
                    <a:pt x="1" y="488"/>
                    <a:pt x="1" y="1097"/>
                  </a:cubicBezTo>
                  <a:cubicBezTo>
                    <a:pt x="1" y="1706"/>
                    <a:pt x="488" y="2193"/>
                    <a:pt x="1097" y="2193"/>
                  </a:cubicBezTo>
                  <a:cubicBezTo>
                    <a:pt x="1706" y="2193"/>
                    <a:pt x="2193" y="1706"/>
                    <a:pt x="2193" y="1097"/>
                  </a:cubicBezTo>
                  <a:cubicBezTo>
                    <a:pt x="2193" y="488"/>
                    <a:pt x="170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9"/>
            <p:cNvSpPr/>
            <p:nvPr/>
          </p:nvSpPr>
          <p:spPr>
            <a:xfrm>
              <a:off x="6556775" y="3598600"/>
              <a:ext cx="54825" cy="54825"/>
            </a:xfrm>
            <a:custGeom>
              <a:rect b="b" l="l" r="r" t="t"/>
              <a:pathLst>
                <a:path extrusionOk="0" h="2193" w="2193">
                  <a:moveTo>
                    <a:pt x="1096" y="1"/>
                  </a:moveTo>
                  <a:cubicBezTo>
                    <a:pt x="487" y="1"/>
                    <a:pt x="0" y="488"/>
                    <a:pt x="0" y="1097"/>
                  </a:cubicBezTo>
                  <a:cubicBezTo>
                    <a:pt x="0" y="1706"/>
                    <a:pt x="487" y="2193"/>
                    <a:pt x="1096" y="2193"/>
                  </a:cubicBezTo>
                  <a:cubicBezTo>
                    <a:pt x="1705" y="2193"/>
                    <a:pt x="2192" y="1706"/>
                    <a:pt x="2192" y="1097"/>
                  </a:cubicBezTo>
                  <a:cubicBezTo>
                    <a:pt x="2192" y="488"/>
                    <a:pt x="1705"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2" name="Google Shape;252;p19"/>
          <p:cNvGrpSpPr/>
          <p:nvPr/>
        </p:nvGrpSpPr>
        <p:grpSpPr>
          <a:xfrm>
            <a:off x="465106" y="3616533"/>
            <a:ext cx="8423298" cy="1044598"/>
            <a:chOff x="465106" y="3616533"/>
            <a:chExt cx="8423298" cy="1044598"/>
          </a:xfrm>
        </p:grpSpPr>
        <p:sp>
          <p:nvSpPr>
            <p:cNvPr id="253" name="Google Shape;253;p19"/>
            <p:cNvSpPr/>
            <p:nvPr/>
          </p:nvSpPr>
          <p:spPr>
            <a:xfrm rot="5400000">
              <a:off x="465106" y="45468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9"/>
            <p:cNvSpPr/>
            <p:nvPr/>
          </p:nvSpPr>
          <p:spPr>
            <a:xfrm rot="5400000">
              <a:off x="8774156" y="361653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5" name="Google Shape;255;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56" name="Google Shape;256;p19"/>
          <p:cNvSpPr txBox="1"/>
          <p:nvPr>
            <p:ph idx="1" type="subTitle"/>
          </p:nvPr>
        </p:nvSpPr>
        <p:spPr>
          <a:xfrm>
            <a:off x="4923082" y="2904625"/>
            <a:ext cx="2640000" cy="1143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7" name="Google Shape;257;p19"/>
          <p:cNvSpPr txBox="1"/>
          <p:nvPr>
            <p:ph idx="2" type="subTitle"/>
          </p:nvPr>
        </p:nvSpPr>
        <p:spPr>
          <a:xfrm>
            <a:off x="1580905" y="2904625"/>
            <a:ext cx="2640000" cy="1143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58" name="Google Shape;258;p19"/>
          <p:cNvSpPr txBox="1"/>
          <p:nvPr>
            <p:ph idx="3" type="subTitle"/>
          </p:nvPr>
        </p:nvSpPr>
        <p:spPr>
          <a:xfrm>
            <a:off x="1580905" y="2498125"/>
            <a:ext cx="2640000" cy="558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Archivo"/>
                <a:ea typeface="Archivo"/>
                <a:cs typeface="Archivo"/>
                <a:sym typeface="Archiv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59" name="Google Shape;259;p19"/>
          <p:cNvSpPr txBox="1"/>
          <p:nvPr>
            <p:ph idx="4" type="subTitle"/>
          </p:nvPr>
        </p:nvSpPr>
        <p:spPr>
          <a:xfrm>
            <a:off x="4923082" y="2498125"/>
            <a:ext cx="2640000" cy="5589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Archivo"/>
                <a:ea typeface="Archivo"/>
                <a:cs typeface="Archivo"/>
                <a:sym typeface="Archiv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60" name="Shape 260"/>
        <p:cNvGrpSpPr/>
        <p:nvPr/>
      </p:nvGrpSpPr>
      <p:grpSpPr>
        <a:xfrm>
          <a:off x="0" y="0"/>
          <a:ext cx="0" cy="0"/>
          <a:chOff x="0" y="0"/>
          <a:chExt cx="0" cy="0"/>
        </a:xfrm>
      </p:grpSpPr>
      <p:grpSp>
        <p:nvGrpSpPr>
          <p:cNvPr id="261" name="Google Shape;261;p20"/>
          <p:cNvGrpSpPr/>
          <p:nvPr/>
        </p:nvGrpSpPr>
        <p:grpSpPr>
          <a:xfrm>
            <a:off x="-109600" y="0"/>
            <a:ext cx="9353825" cy="5143500"/>
            <a:chOff x="-109600" y="0"/>
            <a:chExt cx="9353825" cy="5143500"/>
          </a:xfrm>
        </p:grpSpPr>
        <p:sp>
          <p:nvSpPr>
            <p:cNvPr id="262" name="Google Shape;262;p20"/>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0"/>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4" name="Google Shape;264;p20"/>
          <p:cNvSpPr/>
          <p:nvPr/>
        </p:nvSpPr>
        <p:spPr>
          <a:xfrm rot="-5400000">
            <a:off x="0" y="3775400"/>
            <a:ext cx="1342725" cy="1393450"/>
          </a:xfrm>
          <a:custGeom>
            <a:rect b="b" l="l" r="r" t="t"/>
            <a:pathLst>
              <a:path extrusionOk="0" h="55738" w="53709">
                <a:moveTo>
                  <a:pt x="33918" y="1"/>
                </a:moveTo>
                <a:cubicBezTo>
                  <a:pt x="33532" y="18979"/>
                  <a:pt x="18715" y="34466"/>
                  <a:pt x="1" y="35927"/>
                </a:cubicBezTo>
                <a:lnTo>
                  <a:pt x="1" y="55738"/>
                </a:lnTo>
                <a:cubicBezTo>
                  <a:pt x="29635" y="54256"/>
                  <a:pt x="53302" y="29879"/>
                  <a:pt x="537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5" name="Google Shape;265;p20"/>
          <p:cNvGrpSpPr/>
          <p:nvPr/>
        </p:nvGrpSpPr>
        <p:grpSpPr>
          <a:xfrm>
            <a:off x="-357280" y="868100"/>
            <a:ext cx="10023705" cy="2484185"/>
            <a:chOff x="-357280" y="868100"/>
            <a:chExt cx="10023705" cy="2484185"/>
          </a:xfrm>
        </p:grpSpPr>
        <p:sp>
          <p:nvSpPr>
            <p:cNvPr id="266" name="Google Shape;266;p20"/>
            <p:cNvSpPr/>
            <p:nvPr/>
          </p:nvSpPr>
          <p:spPr>
            <a:xfrm>
              <a:off x="-357280" y="2613250"/>
              <a:ext cx="735459" cy="739035"/>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20"/>
            <p:cNvSpPr/>
            <p:nvPr/>
          </p:nvSpPr>
          <p:spPr>
            <a:xfrm>
              <a:off x="8430775" y="868100"/>
              <a:ext cx="1235650" cy="1241450"/>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68" name="Google Shape;268;p20"/>
          <p:cNvSpPr/>
          <p:nvPr/>
        </p:nvSpPr>
        <p:spPr>
          <a:xfrm rot="5400000">
            <a:off x="8150106" y="3307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70" name="Google Shape;270;p20"/>
          <p:cNvSpPr txBox="1"/>
          <p:nvPr>
            <p:ph idx="1" type="subTitle"/>
          </p:nvPr>
        </p:nvSpPr>
        <p:spPr>
          <a:xfrm>
            <a:off x="4832078" y="1667625"/>
            <a:ext cx="3254100" cy="1930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71" name="Google Shape;271;p20"/>
          <p:cNvSpPr txBox="1"/>
          <p:nvPr>
            <p:ph idx="2" type="subTitle"/>
          </p:nvPr>
        </p:nvSpPr>
        <p:spPr>
          <a:xfrm>
            <a:off x="1057900" y="1667625"/>
            <a:ext cx="3254100" cy="1930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72" name="Shape 272"/>
        <p:cNvGrpSpPr/>
        <p:nvPr/>
      </p:nvGrpSpPr>
      <p:grpSpPr>
        <a:xfrm>
          <a:off x="0" y="0"/>
          <a:ext cx="0" cy="0"/>
          <a:chOff x="0" y="0"/>
          <a:chExt cx="0" cy="0"/>
        </a:xfrm>
      </p:grpSpPr>
      <p:grpSp>
        <p:nvGrpSpPr>
          <p:cNvPr id="273" name="Google Shape;273;p21"/>
          <p:cNvGrpSpPr/>
          <p:nvPr/>
        </p:nvGrpSpPr>
        <p:grpSpPr>
          <a:xfrm>
            <a:off x="-109600" y="0"/>
            <a:ext cx="9353825" cy="5143500"/>
            <a:chOff x="-109600" y="0"/>
            <a:chExt cx="9353825" cy="5143500"/>
          </a:xfrm>
        </p:grpSpPr>
        <p:sp>
          <p:nvSpPr>
            <p:cNvPr id="274" name="Google Shape;274;p21"/>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1"/>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6" name="Google Shape;276;p21"/>
          <p:cNvSpPr/>
          <p:nvPr/>
        </p:nvSpPr>
        <p:spPr>
          <a:xfrm rot="5400000">
            <a:off x="7775900" y="-25375"/>
            <a:ext cx="1342725" cy="1393450"/>
          </a:xfrm>
          <a:custGeom>
            <a:rect b="b" l="l" r="r" t="t"/>
            <a:pathLst>
              <a:path extrusionOk="0" h="55738" w="53709">
                <a:moveTo>
                  <a:pt x="33918" y="1"/>
                </a:moveTo>
                <a:cubicBezTo>
                  <a:pt x="33532" y="18979"/>
                  <a:pt x="18715" y="34466"/>
                  <a:pt x="1" y="35927"/>
                </a:cubicBezTo>
                <a:lnTo>
                  <a:pt x="1" y="55738"/>
                </a:lnTo>
                <a:cubicBezTo>
                  <a:pt x="29635" y="54256"/>
                  <a:pt x="53302" y="29879"/>
                  <a:pt x="537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1"/>
          <p:cNvSpPr/>
          <p:nvPr/>
        </p:nvSpPr>
        <p:spPr>
          <a:xfrm>
            <a:off x="8294045" y="3930713"/>
            <a:ext cx="735459" cy="739035"/>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8" name="Google Shape;278;p21"/>
          <p:cNvGrpSpPr/>
          <p:nvPr/>
        </p:nvGrpSpPr>
        <p:grpSpPr>
          <a:xfrm>
            <a:off x="244906" y="2040433"/>
            <a:ext cx="7691698" cy="2817898"/>
            <a:chOff x="244906" y="2040433"/>
            <a:chExt cx="7691698" cy="2817898"/>
          </a:xfrm>
        </p:grpSpPr>
        <p:sp>
          <p:nvSpPr>
            <p:cNvPr id="279" name="Google Shape;279;p21"/>
            <p:cNvSpPr/>
            <p:nvPr/>
          </p:nvSpPr>
          <p:spPr>
            <a:xfrm rot="5400000">
              <a:off x="7822356" y="47440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1"/>
            <p:cNvSpPr/>
            <p:nvPr/>
          </p:nvSpPr>
          <p:spPr>
            <a:xfrm rot="5400000">
              <a:off x="244906" y="204043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1" name="Google Shape;281;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82" name="Google Shape;282;p21"/>
          <p:cNvSpPr txBox="1"/>
          <p:nvPr>
            <p:ph idx="1" type="subTitle"/>
          </p:nvPr>
        </p:nvSpPr>
        <p:spPr>
          <a:xfrm>
            <a:off x="937625" y="2840000"/>
            <a:ext cx="2175300" cy="859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83" name="Google Shape;283;p21"/>
          <p:cNvSpPr txBox="1"/>
          <p:nvPr>
            <p:ph idx="2" type="subTitle"/>
          </p:nvPr>
        </p:nvSpPr>
        <p:spPr>
          <a:xfrm>
            <a:off x="3484348" y="2840000"/>
            <a:ext cx="2175300" cy="859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84" name="Google Shape;284;p21"/>
          <p:cNvSpPr txBox="1"/>
          <p:nvPr>
            <p:ph idx="3" type="subTitle"/>
          </p:nvPr>
        </p:nvSpPr>
        <p:spPr>
          <a:xfrm>
            <a:off x="6031075" y="2840000"/>
            <a:ext cx="2175300" cy="859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285" name="Google Shape;285;p21"/>
          <p:cNvSpPr txBox="1"/>
          <p:nvPr>
            <p:ph idx="4" type="subTitle"/>
          </p:nvPr>
        </p:nvSpPr>
        <p:spPr>
          <a:xfrm>
            <a:off x="937625" y="2332390"/>
            <a:ext cx="2175300" cy="660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Archivo"/>
                <a:ea typeface="Archivo"/>
                <a:cs typeface="Archivo"/>
                <a:sym typeface="Archiv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86" name="Google Shape;286;p21"/>
          <p:cNvSpPr txBox="1"/>
          <p:nvPr>
            <p:ph idx="5" type="subTitle"/>
          </p:nvPr>
        </p:nvSpPr>
        <p:spPr>
          <a:xfrm>
            <a:off x="3484348" y="2332390"/>
            <a:ext cx="2175300" cy="660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Archivo"/>
                <a:ea typeface="Archivo"/>
                <a:cs typeface="Archivo"/>
                <a:sym typeface="Archiv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287" name="Google Shape;287;p21"/>
          <p:cNvSpPr txBox="1"/>
          <p:nvPr>
            <p:ph idx="6" type="subTitle"/>
          </p:nvPr>
        </p:nvSpPr>
        <p:spPr>
          <a:xfrm>
            <a:off x="6031075" y="2332390"/>
            <a:ext cx="2175300" cy="6600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Archivo"/>
                <a:ea typeface="Archivo"/>
                <a:cs typeface="Archivo"/>
                <a:sym typeface="Archiv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288" name="Shape 288"/>
        <p:cNvGrpSpPr/>
        <p:nvPr/>
      </p:nvGrpSpPr>
      <p:grpSpPr>
        <a:xfrm>
          <a:off x="0" y="0"/>
          <a:ext cx="0" cy="0"/>
          <a:chOff x="0" y="0"/>
          <a:chExt cx="0" cy="0"/>
        </a:xfrm>
      </p:grpSpPr>
      <p:grpSp>
        <p:nvGrpSpPr>
          <p:cNvPr id="289" name="Google Shape;289;p22"/>
          <p:cNvGrpSpPr/>
          <p:nvPr/>
        </p:nvGrpSpPr>
        <p:grpSpPr>
          <a:xfrm>
            <a:off x="-109600" y="0"/>
            <a:ext cx="9353825" cy="5143500"/>
            <a:chOff x="-109600" y="0"/>
            <a:chExt cx="9353825" cy="5143500"/>
          </a:xfrm>
        </p:grpSpPr>
        <p:sp>
          <p:nvSpPr>
            <p:cNvPr id="290" name="Google Shape;290;p22"/>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2"/>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2" name="Google Shape;292;p22"/>
          <p:cNvSpPr/>
          <p:nvPr/>
        </p:nvSpPr>
        <p:spPr>
          <a:xfrm rot="5400000">
            <a:off x="223231" y="10418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22"/>
          <p:cNvSpPr/>
          <p:nvPr/>
        </p:nvSpPr>
        <p:spPr>
          <a:xfrm>
            <a:off x="8295720" y="2108438"/>
            <a:ext cx="735459" cy="739035"/>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4" name="Google Shape;294;p22"/>
          <p:cNvGrpSpPr/>
          <p:nvPr/>
        </p:nvGrpSpPr>
        <p:grpSpPr>
          <a:xfrm>
            <a:off x="382013" y="4765188"/>
            <a:ext cx="1130625" cy="114700"/>
            <a:chOff x="3233525" y="2786700"/>
            <a:chExt cx="1130625" cy="114700"/>
          </a:xfrm>
        </p:grpSpPr>
        <p:sp>
          <p:nvSpPr>
            <p:cNvPr id="295" name="Google Shape;295;p22"/>
            <p:cNvSpPr/>
            <p:nvPr/>
          </p:nvSpPr>
          <p:spPr>
            <a:xfrm>
              <a:off x="3233525" y="2786700"/>
              <a:ext cx="114725" cy="114700"/>
            </a:xfrm>
            <a:custGeom>
              <a:rect b="b" l="l" r="r" t="t"/>
              <a:pathLst>
                <a:path extrusionOk="0" h="4588" w="4589">
                  <a:moveTo>
                    <a:pt x="2295" y="0"/>
                  </a:moveTo>
                  <a:cubicBezTo>
                    <a:pt x="1036" y="0"/>
                    <a:pt x="1" y="1015"/>
                    <a:pt x="1" y="2294"/>
                  </a:cubicBezTo>
                  <a:cubicBezTo>
                    <a:pt x="1" y="3553"/>
                    <a:pt x="1036" y="4588"/>
                    <a:pt x="2295" y="4588"/>
                  </a:cubicBezTo>
                  <a:cubicBezTo>
                    <a:pt x="3573" y="4588"/>
                    <a:pt x="4588" y="3553"/>
                    <a:pt x="4588" y="2294"/>
                  </a:cubicBezTo>
                  <a:cubicBezTo>
                    <a:pt x="4588" y="1015"/>
                    <a:pt x="3573" y="0"/>
                    <a:pt x="2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2"/>
            <p:cNvSpPr/>
            <p:nvPr/>
          </p:nvSpPr>
          <p:spPr>
            <a:xfrm>
              <a:off x="3487775" y="2786700"/>
              <a:ext cx="114700" cy="114700"/>
            </a:xfrm>
            <a:custGeom>
              <a:rect b="b" l="l" r="r" t="t"/>
              <a:pathLst>
                <a:path extrusionOk="0" h="4588" w="4588">
                  <a:moveTo>
                    <a:pt x="2294" y="0"/>
                  </a:moveTo>
                  <a:cubicBezTo>
                    <a:pt x="1015" y="0"/>
                    <a:pt x="0" y="1015"/>
                    <a:pt x="0" y="2294"/>
                  </a:cubicBezTo>
                  <a:cubicBezTo>
                    <a:pt x="0" y="3553"/>
                    <a:pt x="1015" y="4588"/>
                    <a:pt x="2294" y="4588"/>
                  </a:cubicBezTo>
                  <a:cubicBezTo>
                    <a:pt x="3552" y="4588"/>
                    <a:pt x="4587" y="3553"/>
                    <a:pt x="4587" y="2294"/>
                  </a:cubicBezTo>
                  <a:cubicBezTo>
                    <a:pt x="4587" y="1015"/>
                    <a:pt x="3552"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22"/>
            <p:cNvSpPr/>
            <p:nvPr/>
          </p:nvSpPr>
          <p:spPr>
            <a:xfrm>
              <a:off x="3741475" y="2786700"/>
              <a:ext cx="114725" cy="114700"/>
            </a:xfrm>
            <a:custGeom>
              <a:rect b="b" l="l" r="r" t="t"/>
              <a:pathLst>
                <a:path extrusionOk="0" h="4588" w="4589">
                  <a:moveTo>
                    <a:pt x="2294" y="0"/>
                  </a:moveTo>
                  <a:cubicBezTo>
                    <a:pt x="1036" y="0"/>
                    <a:pt x="1" y="1015"/>
                    <a:pt x="1" y="2294"/>
                  </a:cubicBezTo>
                  <a:cubicBezTo>
                    <a:pt x="1" y="3553"/>
                    <a:pt x="1036" y="4588"/>
                    <a:pt x="2294" y="4588"/>
                  </a:cubicBezTo>
                  <a:cubicBezTo>
                    <a:pt x="3553" y="4588"/>
                    <a:pt x="4588" y="3553"/>
                    <a:pt x="4588" y="2294"/>
                  </a:cubicBezTo>
                  <a:cubicBezTo>
                    <a:pt x="4588" y="1015"/>
                    <a:pt x="3553"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2"/>
            <p:cNvSpPr/>
            <p:nvPr/>
          </p:nvSpPr>
          <p:spPr>
            <a:xfrm>
              <a:off x="3995700" y="2786700"/>
              <a:ext cx="114200" cy="114700"/>
            </a:xfrm>
            <a:custGeom>
              <a:rect b="b" l="l" r="r" t="t"/>
              <a:pathLst>
                <a:path extrusionOk="0" h="4588" w="4568">
                  <a:moveTo>
                    <a:pt x="2274" y="0"/>
                  </a:moveTo>
                  <a:cubicBezTo>
                    <a:pt x="1016" y="0"/>
                    <a:pt x="1" y="1015"/>
                    <a:pt x="1" y="2294"/>
                  </a:cubicBezTo>
                  <a:cubicBezTo>
                    <a:pt x="1" y="3553"/>
                    <a:pt x="1016" y="4588"/>
                    <a:pt x="2274" y="4588"/>
                  </a:cubicBezTo>
                  <a:cubicBezTo>
                    <a:pt x="3553" y="4588"/>
                    <a:pt x="4568" y="3553"/>
                    <a:pt x="4568" y="2294"/>
                  </a:cubicBezTo>
                  <a:cubicBezTo>
                    <a:pt x="4568" y="1015"/>
                    <a:pt x="3553" y="0"/>
                    <a:pt x="227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2"/>
            <p:cNvSpPr/>
            <p:nvPr/>
          </p:nvSpPr>
          <p:spPr>
            <a:xfrm>
              <a:off x="4249425" y="2786700"/>
              <a:ext cx="114725" cy="114700"/>
            </a:xfrm>
            <a:custGeom>
              <a:rect b="b" l="l" r="r" t="t"/>
              <a:pathLst>
                <a:path extrusionOk="0" h="4588" w="4589">
                  <a:moveTo>
                    <a:pt x="2294" y="0"/>
                  </a:moveTo>
                  <a:cubicBezTo>
                    <a:pt x="1016" y="0"/>
                    <a:pt x="1" y="1015"/>
                    <a:pt x="1" y="2294"/>
                  </a:cubicBezTo>
                  <a:cubicBezTo>
                    <a:pt x="1" y="3553"/>
                    <a:pt x="1016" y="4588"/>
                    <a:pt x="2294" y="4588"/>
                  </a:cubicBezTo>
                  <a:cubicBezTo>
                    <a:pt x="3553" y="4588"/>
                    <a:pt x="4588" y="3553"/>
                    <a:pt x="4588" y="2294"/>
                  </a:cubicBezTo>
                  <a:cubicBezTo>
                    <a:pt x="4588" y="1015"/>
                    <a:pt x="3553"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0" name="Google Shape;300;p22"/>
          <p:cNvSpPr/>
          <p:nvPr/>
        </p:nvSpPr>
        <p:spPr>
          <a:xfrm rot="5400000">
            <a:off x="7775900" y="-25375"/>
            <a:ext cx="1342725" cy="1393450"/>
          </a:xfrm>
          <a:custGeom>
            <a:rect b="b" l="l" r="r" t="t"/>
            <a:pathLst>
              <a:path extrusionOk="0" h="55738" w="53709">
                <a:moveTo>
                  <a:pt x="33918" y="1"/>
                </a:moveTo>
                <a:cubicBezTo>
                  <a:pt x="33532" y="18979"/>
                  <a:pt x="18715" y="34466"/>
                  <a:pt x="1" y="35927"/>
                </a:cubicBezTo>
                <a:lnTo>
                  <a:pt x="1" y="55738"/>
                </a:lnTo>
                <a:cubicBezTo>
                  <a:pt x="29635" y="54256"/>
                  <a:pt x="53302" y="29879"/>
                  <a:pt x="537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02" name="Google Shape;302;p22"/>
          <p:cNvSpPr txBox="1"/>
          <p:nvPr>
            <p:ph idx="1" type="subTitle"/>
          </p:nvPr>
        </p:nvSpPr>
        <p:spPr>
          <a:xfrm>
            <a:off x="2139700" y="1335300"/>
            <a:ext cx="5090100" cy="8175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3" name="Google Shape;303;p22"/>
          <p:cNvSpPr txBox="1"/>
          <p:nvPr>
            <p:ph idx="2" type="subTitle"/>
          </p:nvPr>
        </p:nvSpPr>
        <p:spPr>
          <a:xfrm>
            <a:off x="2139675" y="2455550"/>
            <a:ext cx="5090100" cy="817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4" name="Google Shape;304;p22"/>
          <p:cNvSpPr txBox="1"/>
          <p:nvPr>
            <p:ph idx="3" type="subTitle"/>
          </p:nvPr>
        </p:nvSpPr>
        <p:spPr>
          <a:xfrm>
            <a:off x="2139675" y="3576988"/>
            <a:ext cx="5090100" cy="817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05" name="Google Shape;305;p22"/>
          <p:cNvSpPr txBox="1"/>
          <p:nvPr>
            <p:ph idx="4" type="subTitle"/>
          </p:nvPr>
        </p:nvSpPr>
        <p:spPr>
          <a:xfrm>
            <a:off x="1334175" y="1434300"/>
            <a:ext cx="685500" cy="6195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2400"/>
              <a:buFont typeface="Archivo"/>
              <a:buNone/>
              <a:defRPr b="1" sz="3000">
                <a:latin typeface="Archivo"/>
                <a:ea typeface="Archivo"/>
                <a:cs typeface="Archivo"/>
                <a:sym typeface="Archivo"/>
              </a:defRPr>
            </a:lvl1pPr>
            <a:lvl2pPr lvl="1">
              <a:spcBef>
                <a:spcPts val="0"/>
              </a:spcBef>
              <a:spcAft>
                <a:spcPts val="0"/>
              </a:spcAft>
              <a:buSzPts val="2400"/>
              <a:buFont typeface="Archivo"/>
              <a:buNone/>
              <a:defRPr b="1" sz="2400">
                <a:latin typeface="Archivo"/>
                <a:ea typeface="Archivo"/>
                <a:cs typeface="Archivo"/>
                <a:sym typeface="Archivo"/>
              </a:defRPr>
            </a:lvl2pPr>
            <a:lvl3pPr lvl="2">
              <a:spcBef>
                <a:spcPts val="0"/>
              </a:spcBef>
              <a:spcAft>
                <a:spcPts val="0"/>
              </a:spcAft>
              <a:buSzPts val="2400"/>
              <a:buFont typeface="Archivo"/>
              <a:buNone/>
              <a:defRPr b="1" sz="2400">
                <a:latin typeface="Archivo"/>
                <a:ea typeface="Archivo"/>
                <a:cs typeface="Archivo"/>
                <a:sym typeface="Archivo"/>
              </a:defRPr>
            </a:lvl3pPr>
            <a:lvl4pPr lvl="3">
              <a:spcBef>
                <a:spcPts val="0"/>
              </a:spcBef>
              <a:spcAft>
                <a:spcPts val="0"/>
              </a:spcAft>
              <a:buSzPts val="2400"/>
              <a:buFont typeface="Archivo"/>
              <a:buNone/>
              <a:defRPr b="1" sz="2400">
                <a:latin typeface="Archivo"/>
                <a:ea typeface="Archivo"/>
                <a:cs typeface="Archivo"/>
                <a:sym typeface="Archivo"/>
              </a:defRPr>
            </a:lvl4pPr>
            <a:lvl5pPr lvl="4">
              <a:spcBef>
                <a:spcPts val="0"/>
              </a:spcBef>
              <a:spcAft>
                <a:spcPts val="0"/>
              </a:spcAft>
              <a:buSzPts val="2400"/>
              <a:buFont typeface="Archivo"/>
              <a:buNone/>
              <a:defRPr b="1" sz="2400">
                <a:latin typeface="Archivo"/>
                <a:ea typeface="Archivo"/>
                <a:cs typeface="Archivo"/>
                <a:sym typeface="Archivo"/>
              </a:defRPr>
            </a:lvl5pPr>
            <a:lvl6pPr lvl="5">
              <a:spcBef>
                <a:spcPts val="0"/>
              </a:spcBef>
              <a:spcAft>
                <a:spcPts val="0"/>
              </a:spcAft>
              <a:buSzPts val="2400"/>
              <a:buFont typeface="Archivo"/>
              <a:buNone/>
              <a:defRPr b="1" sz="2400">
                <a:latin typeface="Archivo"/>
                <a:ea typeface="Archivo"/>
                <a:cs typeface="Archivo"/>
                <a:sym typeface="Archivo"/>
              </a:defRPr>
            </a:lvl6pPr>
            <a:lvl7pPr lvl="6">
              <a:spcBef>
                <a:spcPts val="0"/>
              </a:spcBef>
              <a:spcAft>
                <a:spcPts val="0"/>
              </a:spcAft>
              <a:buSzPts val="2400"/>
              <a:buFont typeface="Archivo"/>
              <a:buNone/>
              <a:defRPr b="1" sz="2400">
                <a:latin typeface="Archivo"/>
                <a:ea typeface="Archivo"/>
                <a:cs typeface="Archivo"/>
                <a:sym typeface="Archivo"/>
              </a:defRPr>
            </a:lvl7pPr>
            <a:lvl8pPr lvl="7">
              <a:spcBef>
                <a:spcPts val="0"/>
              </a:spcBef>
              <a:spcAft>
                <a:spcPts val="0"/>
              </a:spcAft>
              <a:buSzPts val="2400"/>
              <a:buFont typeface="Archivo"/>
              <a:buNone/>
              <a:defRPr b="1" sz="2400">
                <a:latin typeface="Archivo"/>
                <a:ea typeface="Archivo"/>
                <a:cs typeface="Archivo"/>
                <a:sym typeface="Archivo"/>
              </a:defRPr>
            </a:lvl8pPr>
            <a:lvl9pPr lvl="8">
              <a:spcBef>
                <a:spcPts val="0"/>
              </a:spcBef>
              <a:spcAft>
                <a:spcPts val="0"/>
              </a:spcAft>
              <a:buSzPts val="2400"/>
              <a:buFont typeface="Archivo"/>
              <a:buNone/>
              <a:defRPr b="1" sz="2400">
                <a:latin typeface="Archivo"/>
                <a:ea typeface="Archivo"/>
                <a:cs typeface="Archivo"/>
                <a:sym typeface="Archivo"/>
              </a:defRPr>
            </a:lvl9pPr>
          </a:lstStyle>
          <a:p/>
        </p:txBody>
      </p:sp>
      <p:sp>
        <p:nvSpPr>
          <p:cNvPr id="306" name="Google Shape;306;p22"/>
          <p:cNvSpPr txBox="1"/>
          <p:nvPr>
            <p:ph idx="5" type="subTitle"/>
          </p:nvPr>
        </p:nvSpPr>
        <p:spPr>
          <a:xfrm>
            <a:off x="1355925" y="3676000"/>
            <a:ext cx="663600" cy="6195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2400"/>
              <a:buFont typeface="Archivo"/>
              <a:buNone/>
              <a:defRPr b="1" sz="3000">
                <a:latin typeface="Archivo"/>
                <a:ea typeface="Archivo"/>
                <a:cs typeface="Archivo"/>
                <a:sym typeface="Archivo"/>
              </a:defRPr>
            </a:lvl1pPr>
            <a:lvl2pPr lvl="1" rtl="0">
              <a:spcBef>
                <a:spcPts val="0"/>
              </a:spcBef>
              <a:spcAft>
                <a:spcPts val="0"/>
              </a:spcAft>
              <a:buSzPts val="2400"/>
              <a:buFont typeface="Archivo"/>
              <a:buNone/>
              <a:defRPr b="1" sz="2400">
                <a:latin typeface="Archivo"/>
                <a:ea typeface="Archivo"/>
                <a:cs typeface="Archivo"/>
                <a:sym typeface="Archivo"/>
              </a:defRPr>
            </a:lvl2pPr>
            <a:lvl3pPr lvl="2" rtl="0">
              <a:spcBef>
                <a:spcPts val="0"/>
              </a:spcBef>
              <a:spcAft>
                <a:spcPts val="0"/>
              </a:spcAft>
              <a:buSzPts val="2400"/>
              <a:buFont typeface="Archivo"/>
              <a:buNone/>
              <a:defRPr b="1" sz="2400">
                <a:latin typeface="Archivo"/>
                <a:ea typeface="Archivo"/>
                <a:cs typeface="Archivo"/>
                <a:sym typeface="Archivo"/>
              </a:defRPr>
            </a:lvl3pPr>
            <a:lvl4pPr lvl="3" rtl="0">
              <a:spcBef>
                <a:spcPts val="0"/>
              </a:spcBef>
              <a:spcAft>
                <a:spcPts val="0"/>
              </a:spcAft>
              <a:buSzPts val="2400"/>
              <a:buFont typeface="Archivo"/>
              <a:buNone/>
              <a:defRPr b="1" sz="2400">
                <a:latin typeface="Archivo"/>
                <a:ea typeface="Archivo"/>
                <a:cs typeface="Archivo"/>
                <a:sym typeface="Archivo"/>
              </a:defRPr>
            </a:lvl4pPr>
            <a:lvl5pPr lvl="4" rtl="0">
              <a:spcBef>
                <a:spcPts val="0"/>
              </a:spcBef>
              <a:spcAft>
                <a:spcPts val="0"/>
              </a:spcAft>
              <a:buSzPts val="2400"/>
              <a:buFont typeface="Archivo"/>
              <a:buNone/>
              <a:defRPr b="1" sz="2400">
                <a:latin typeface="Archivo"/>
                <a:ea typeface="Archivo"/>
                <a:cs typeface="Archivo"/>
                <a:sym typeface="Archivo"/>
              </a:defRPr>
            </a:lvl5pPr>
            <a:lvl6pPr lvl="5" rtl="0">
              <a:spcBef>
                <a:spcPts val="0"/>
              </a:spcBef>
              <a:spcAft>
                <a:spcPts val="0"/>
              </a:spcAft>
              <a:buSzPts val="2400"/>
              <a:buFont typeface="Archivo"/>
              <a:buNone/>
              <a:defRPr b="1" sz="2400">
                <a:latin typeface="Archivo"/>
                <a:ea typeface="Archivo"/>
                <a:cs typeface="Archivo"/>
                <a:sym typeface="Archivo"/>
              </a:defRPr>
            </a:lvl6pPr>
            <a:lvl7pPr lvl="6" rtl="0">
              <a:spcBef>
                <a:spcPts val="0"/>
              </a:spcBef>
              <a:spcAft>
                <a:spcPts val="0"/>
              </a:spcAft>
              <a:buSzPts val="2400"/>
              <a:buFont typeface="Archivo"/>
              <a:buNone/>
              <a:defRPr b="1" sz="2400">
                <a:latin typeface="Archivo"/>
                <a:ea typeface="Archivo"/>
                <a:cs typeface="Archivo"/>
                <a:sym typeface="Archivo"/>
              </a:defRPr>
            </a:lvl7pPr>
            <a:lvl8pPr lvl="7" rtl="0">
              <a:spcBef>
                <a:spcPts val="0"/>
              </a:spcBef>
              <a:spcAft>
                <a:spcPts val="0"/>
              </a:spcAft>
              <a:buSzPts val="2400"/>
              <a:buFont typeface="Archivo"/>
              <a:buNone/>
              <a:defRPr b="1" sz="2400">
                <a:latin typeface="Archivo"/>
                <a:ea typeface="Archivo"/>
                <a:cs typeface="Archivo"/>
                <a:sym typeface="Archivo"/>
              </a:defRPr>
            </a:lvl8pPr>
            <a:lvl9pPr lvl="8" rtl="0">
              <a:spcBef>
                <a:spcPts val="0"/>
              </a:spcBef>
              <a:spcAft>
                <a:spcPts val="0"/>
              </a:spcAft>
              <a:buSzPts val="2400"/>
              <a:buFont typeface="Archivo"/>
              <a:buNone/>
              <a:defRPr b="1" sz="2400">
                <a:latin typeface="Archivo"/>
                <a:ea typeface="Archivo"/>
                <a:cs typeface="Archivo"/>
                <a:sym typeface="Archivo"/>
              </a:defRPr>
            </a:lvl9pPr>
          </a:lstStyle>
          <a:p/>
        </p:txBody>
      </p:sp>
      <p:sp>
        <p:nvSpPr>
          <p:cNvPr id="307" name="Google Shape;307;p22"/>
          <p:cNvSpPr txBox="1"/>
          <p:nvPr>
            <p:ph idx="6" type="subTitle"/>
          </p:nvPr>
        </p:nvSpPr>
        <p:spPr>
          <a:xfrm>
            <a:off x="1334175" y="2554550"/>
            <a:ext cx="685500" cy="6195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SzPts val="2400"/>
              <a:buFont typeface="Archivo"/>
              <a:buNone/>
              <a:defRPr b="1" sz="3000">
                <a:latin typeface="Archivo"/>
                <a:ea typeface="Archivo"/>
                <a:cs typeface="Archivo"/>
                <a:sym typeface="Archivo"/>
              </a:defRPr>
            </a:lvl1pPr>
            <a:lvl2pPr lvl="1" rtl="0">
              <a:spcBef>
                <a:spcPts val="0"/>
              </a:spcBef>
              <a:spcAft>
                <a:spcPts val="0"/>
              </a:spcAft>
              <a:buSzPts val="2400"/>
              <a:buFont typeface="Archivo"/>
              <a:buNone/>
              <a:defRPr b="1" sz="2400">
                <a:latin typeface="Archivo"/>
                <a:ea typeface="Archivo"/>
                <a:cs typeface="Archivo"/>
                <a:sym typeface="Archivo"/>
              </a:defRPr>
            </a:lvl2pPr>
            <a:lvl3pPr lvl="2" rtl="0">
              <a:spcBef>
                <a:spcPts val="0"/>
              </a:spcBef>
              <a:spcAft>
                <a:spcPts val="0"/>
              </a:spcAft>
              <a:buSzPts val="2400"/>
              <a:buFont typeface="Archivo"/>
              <a:buNone/>
              <a:defRPr b="1" sz="2400">
                <a:latin typeface="Archivo"/>
                <a:ea typeface="Archivo"/>
                <a:cs typeface="Archivo"/>
                <a:sym typeface="Archivo"/>
              </a:defRPr>
            </a:lvl3pPr>
            <a:lvl4pPr lvl="3" rtl="0">
              <a:spcBef>
                <a:spcPts val="0"/>
              </a:spcBef>
              <a:spcAft>
                <a:spcPts val="0"/>
              </a:spcAft>
              <a:buSzPts val="2400"/>
              <a:buFont typeface="Archivo"/>
              <a:buNone/>
              <a:defRPr b="1" sz="2400">
                <a:latin typeface="Archivo"/>
                <a:ea typeface="Archivo"/>
                <a:cs typeface="Archivo"/>
                <a:sym typeface="Archivo"/>
              </a:defRPr>
            </a:lvl4pPr>
            <a:lvl5pPr lvl="4" rtl="0">
              <a:spcBef>
                <a:spcPts val="0"/>
              </a:spcBef>
              <a:spcAft>
                <a:spcPts val="0"/>
              </a:spcAft>
              <a:buSzPts val="2400"/>
              <a:buFont typeface="Archivo"/>
              <a:buNone/>
              <a:defRPr b="1" sz="2400">
                <a:latin typeface="Archivo"/>
                <a:ea typeface="Archivo"/>
                <a:cs typeface="Archivo"/>
                <a:sym typeface="Archivo"/>
              </a:defRPr>
            </a:lvl5pPr>
            <a:lvl6pPr lvl="5" rtl="0">
              <a:spcBef>
                <a:spcPts val="0"/>
              </a:spcBef>
              <a:spcAft>
                <a:spcPts val="0"/>
              </a:spcAft>
              <a:buSzPts val="2400"/>
              <a:buFont typeface="Archivo"/>
              <a:buNone/>
              <a:defRPr b="1" sz="2400">
                <a:latin typeface="Archivo"/>
                <a:ea typeface="Archivo"/>
                <a:cs typeface="Archivo"/>
                <a:sym typeface="Archivo"/>
              </a:defRPr>
            </a:lvl6pPr>
            <a:lvl7pPr lvl="6" rtl="0">
              <a:spcBef>
                <a:spcPts val="0"/>
              </a:spcBef>
              <a:spcAft>
                <a:spcPts val="0"/>
              </a:spcAft>
              <a:buSzPts val="2400"/>
              <a:buFont typeface="Archivo"/>
              <a:buNone/>
              <a:defRPr b="1" sz="2400">
                <a:latin typeface="Archivo"/>
                <a:ea typeface="Archivo"/>
                <a:cs typeface="Archivo"/>
                <a:sym typeface="Archivo"/>
              </a:defRPr>
            </a:lvl7pPr>
            <a:lvl8pPr lvl="7" rtl="0">
              <a:spcBef>
                <a:spcPts val="0"/>
              </a:spcBef>
              <a:spcAft>
                <a:spcPts val="0"/>
              </a:spcAft>
              <a:buSzPts val="2400"/>
              <a:buFont typeface="Archivo"/>
              <a:buNone/>
              <a:defRPr b="1" sz="2400">
                <a:latin typeface="Archivo"/>
                <a:ea typeface="Archivo"/>
                <a:cs typeface="Archivo"/>
                <a:sym typeface="Archivo"/>
              </a:defRPr>
            </a:lvl8pPr>
            <a:lvl9pPr lvl="8" rtl="0">
              <a:spcBef>
                <a:spcPts val="0"/>
              </a:spcBef>
              <a:spcAft>
                <a:spcPts val="0"/>
              </a:spcAft>
              <a:buSzPts val="2400"/>
              <a:buFont typeface="Archivo"/>
              <a:buNone/>
              <a:defRPr b="1" sz="2400">
                <a:latin typeface="Archivo"/>
                <a:ea typeface="Archivo"/>
                <a:cs typeface="Archivo"/>
                <a:sym typeface="Archiv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2">
    <p:spTree>
      <p:nvGrpSpPr>
        <p:cNvPr id="308" name="Shape 308"/>
        <p:cNvGrpSpPr/>
        <p:nvPr/>
      </p:nvGrpSpPr>
      <p:grpSpPr>
        <a:xfrm>
          <a:off x="0" y="0"/>
          <a:ext cx="0" cy="0"/>
          <a:chOff x="0" y="0"/>
          <a:chExt cx="0" cy="0"/>
        </a:xfrm>
      </p:grpSpPr>
      <p:sp>
        <p:nvSpPr>
          <p:cNvPr id="309" name="Google Shape;309;p23"/>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0" name="Google Shape;310;p23"/>
          <p:cNvGrpSpPr/>
          <p:nvPr/>
        </p:nvGrpSpPr>
        <p:grpSpPr>
          <a:xfrm>
            <a:off x="249731" y="4294483"/>
            <a:ext cx="287798" cy="309523"/>
            <a:chOff x="249731" y="4294483"/>
            <a:chExt cx="287798" cy="309523"/>
          </a:xfrm>
        </p:grpSpPr>
        <p:sp>
          <p:nvSpPr>
            <p:cNvPr id="311" name="Google Shape;311;p23"/>
            <p:cNvSpPr/>
            <p:nvPr/>
          </p:nvSpPr>
          <p:spPr>
            <a:xfrm rot="5400000">
              <a:off x="423281" y="42944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23"/>
            <p:cNvSpPr/>
            <p:nvPr/>
          </p:nvSpPr>
          <p:spPr>
            <a:xfrm rot="5400000">
              <a:off x="249731" y="4489758"/>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3" name="Google Shape;313;p23"/>
          <p:cNvGrpSpPr/>
          <p:nvPr/>
        </p:nvGrpSpPr>
        <p:grpSpPr>
          <a:xfrm rot="-5400000">
            <a:off x="-258475" y="718250"/>
            <a:ext cx="1130625" cy="114700"/>
            <a:chOff x="3233525" y="2786700"/>
            <a:chExt cx="1130625" cy="114700"/>
          </a:xfrm>
        </p:grpSpPr>
        <p:sp>
          <p:nvSpPr>
            <p:cNvPr id="314" name="Google Shape;314;p23"/>
            <p:cNvSpPr/>
            <p:nvPr/>
          </p:nvSpPr>
          <p:spPr>
            <a:xfrm>
              <a:off x="3233525" y="2786700"/>
              <a:ext cx="114725" cy="114700"/>
            </a:xfrm>
            <a:custGeom>
              <a:rect b="b" l="l" r="r" t="t"/>
              <a:pathLst>
                <a:path extrusionOk="0" h="4588" w="4589">
                  <a:moveTo>
                    <a:pt x="2295" y="0"/>
                  </a:moveTo>
                  <a:cubicBezTo>
                    <a:pt x="1036" y="0"/>
                    <a:pt x="1" y="1015"/>
                    <a:pt x="1" y="2294"/>
                  </a:cubicBezTo>
                  <a:cubicBezTo>
                    <a:pt x="1" y="3553"/>
                    <a:pt x="1036" y="4588"/>
                    <a:pt x="2295" y="4588"/>
                  </a:cubicBezTo>
                  <a:cubicBezTo>
                    <a:pt x="3573" y="4588"/>
                    <a:pt x="4588" y="3553"/>
                    <a:pt x="4588" y="2294"/>
                  </a:cubicBezTo>
                  <a:cubicBezTo>
                    <a:pt x="4588" y="1015"/>
                    <a:pt x="3573" y="0"/>
                    <a:pt x="2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23"/>
            <p:cNvSpPr/>
            <p:nvPr/>
          </p:nvSpPr>
          <p:spPr>
            <a:xfrm>
              <a:off x="3487775" y="2786700"/>
              <a:ext cx="114700" cy="114700"/>
            </a:xfrm>
            <a:custGeom>
              <a:rect b="b" l="l" r="r" t="t"/>
              <a:pathLst>
                <a:path extrusionOk="0" h="4588" w="4588">
                  <a:moveTo>
                    <a:pt x="2294" y="0"/>
                  </a:moveTo>
                  <a:cubicBezTo>
                    <a:pt x="1015" y="0"/>
                    <a:pt x="0" y="1015"/>
                    <a:pt x="0" y="2294"/>
                  </a:cubicBezTo>
                  <a:cubicBezTo>
                    <a:pt x="0" y="3553"/>
                    <a:pt x="1015" y="4588"/>
                    <a:pt x="2294" y="4588"/>
                  </a:cubicBezTo>
                  <a:cubicBezTo>
                    <a:pt x="3552" y="4588"/>
                    <a:pt x="4587" y="3553"/>
                    <a:pt x="4587" y="2294"/>
                  </a:cubicBezTo>
                  <a:cubicBezTo>
                    <a:pt x="4587" y="1015"/>
                    <a:pt x="3552"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3"/>
            <p:cNvSpPr/>
            <p:nvPr/>
          </p:nvSpPr>
          <p:spPr>
            <a:xfrm>
              <a:off x="3741475" y="2786700"/>
              <a:ext cx="114725" cy="114700"/>
            </a:xfrm>
            <a:custGeom>
              <a:rect b="b" l="l" r="r" t="t"/>
              <a:pathLst>
                <a:path extrusionOk="0" h="4588" w="4589">
                  <a:moveTo>
                    <a:pt x="2294" y="0"/>
                  </a:moveTo>
                  <a:cubicBezTo>
                    <a:pt x="1036" y="0"/>
                    <a:pt x="1" y="1015"/>
                    <a:pt x="1" y="2294"/>
                  </a:cubicBezTo>
                  <a:cubicBezTo>
                    <a:pt x="1" y="3553"/>
                    <a:pt x="1036" y="4588"/>
                    <a:pt x="2294" y="4588"/>
                  </a:cubicBezTo>
                  <a:cubicBezTo>
                    <a:pt x="3553" y="4588"/>
                    <a:pt x="4588" y="3553"/>
                    <a:pt x="4588" y="2294"/>
                  </a:cubicBezTo>
                  <a:cubicBezTo>
                    <a:pt x="4588" y="1015"/>
                    <a:pt x="3553"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23"/>
            <p:cNvSpPr/>
            <p:nvPr/>
          </p:nvSpPr>
          <p:spPr>
            <a:xfrm>
              <a:off x="3995700" y="2786700"/>
              <a:ext cx="114200" cy="114700"/>
            </a:xfrm>
            <a:custGeom>
              <a:rect b="b" l="l" r="r" t="t"/>
              <a:pathLst>
                <a:path extrusionOk="0" h="4588" w="4568">
                  <a:moveTo>
                    <a:pt x="2274" y="0"/>
                  </a:moveTo>
                  <a:cubicBezTo>
                    <a:pt x="1016" y="0"/>
                    <a:pt x="1" y="1015"/>
                    <a:pt x="1" y="2294"/>
                  </a:cubicBezTo>
                  <a:cubicBezTo>
                    <a:pt x="1" y="3553"/>
                    <a:pt x="1016" y="4588"/>
                    <a:pt x="2274" y="4588"/>
                  </a:cubicBezTo>
                  <a:cubicBezTo>
                    <a:pt x="3553" y="4588"/>
                    <a:pt x="4568" y="3553"/>
                    <a:pt x="4568" y="2294"/>
                  </a:cubicBezTo>
                  <a:cubicBezTo>
                    <a:pt x="4568" y="1015"/>
                    <a:pt x="3553" y="0"/>
                    <a:pt x="227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3"/>
            <p:cNvSpPr/>
            <p:nvPr/>
          </p:nvSpPr>
          <p:spPr>
            <a:xfrm>
              <a:off x="4249425" y="2786700"/>
              <a:ext cx="114725" cy="114700"/>
            </a:xfrm>
            <a:custGeom>
              <a:rect b="b" l="l" r="r" t="t"/>
              <a:pathLst>
                <a:path extrusionOk="0" h="4588" w="4589">
                  <a:moveTo>
                    <a:pt x="2294" y="0"/>
                  </a:moveTo>
                  <a:cubicBezTo>
                    <a:pt x="1016" y="0"/>
                    <a:pt x="1" y="1015"/>
                    <a:pt x="1" y="2294"/>
                  </a:cubicBezTo>
                  <a:cubicBezTo>
                    <a:pt x="1" y="3553"/>
                    <a:pt x="1016" y="4588"/>
                    <a:pt x="2294" y="4588"/>
                  </a:cubicBezTo>
                  <a:cubicBezTo>
                    <a:pt x="3553" y="4588"/>
                    <a:pt x="4588" y="3553"/>
                    <a:pt x="4588" y="2294"/>
                  </a:cubicBezTo>
                  <a:cubicBezTo>
                    <a:pt x="4588" y="1015"/>
                    <a:pt x="3553"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9" name="Google Shape;319;p23"/>
          <p:cNvGrpSpPr/>
          <p:nvPr/>
        </p:nvGrpSpPr>
        <p:grpSpPr>
          <a:xfrm>
            <a:off x="-357280" y="1017725"/>
            <a:ext cx="9790416" cy="2334560"/>
            <a:chOff x="-357280" y="1017725"/>
            <a:chExt cx="9790416" cy="2334560"/>
          </a:xfrm>
        </p:grpSpPr>
        <p:sp>
          <p:nvSpPr>
            <p:cNvPr id="320" name="Google Shape;320;p23"/>
            <p:cNvSpPr/>
            <p:nvPr/>
          </p:nvSpPr>
          <p:spPr>
            <a:xfrm>
              <a:off x="8598825" y="1017725"/>
              <a:ext cx="834311" cy="838227"/>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23"/>
            <p:cNvSpPr/>
            <p:nvPr/>
          </p:nvSpPr>
          <p:spPr>
            <a:xfrm>
              <a:off x="-357280" y="2613250"/>
              <a:ext cx="735459" cy="739035"/>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2" name="Google Shape;322;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2_1">
    <p:spTree>
      <p:nvGrpSpPr>
        <p:cNvPr id="323" name="Shape 323"/>
        <p:cNvGrpSpPr/>
        <p:nvPr/>
      </p:nvGrpSpPr>
      <p:grpSpPr>
        <a:xfrm>
          <a:off x="0" y="0"/>
          <a:ext cx="0" cy="0"/>
          <a:chOff x="0" y="0"/>
          <a:chExt cx="0" cy="0"/>
        </a:xfrm>
      </p:grpSpPr>
      <p:grpSp>
        <p:nvGrpSpPr>
          <p:cNvPr id="324" name="Google Shape;324;p24"/>
          <p:cNvGrpSpPr/>
          <p:nvPr/>
        </p:nvGrpSpPr>
        <p:grpSpPr>
          <a:xfrm>
            <a:off x="-109600" y="0"/>
            <a:ext cx="9353825" cy="5143500"/>
            <a:chOff x="-109600" y="0"/>
            <a:chExt cx="9353825" cy="5143500"/>
          </a:xfrm>
        </p:grpSpPr>
        <p:sp>
          <p:nvSpPr>
            <p:cNvPr id="325" name="Google Shape;325;p24"/>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24"/>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7" name="Google Shape;327;p24"/>
          <p:cNvGrpSpPr/>
          <p:nvPr/>
        </p:nvGrpSpPr>
        <p:grpSpPr>
          <a:xfrm>
            <a:off x="203925" y="210075"/>
            <a:ext cx="8820588" cy="4685638"/>
            <a:chOff x="203925" y="210075"/>
            <a:chExt cx="8820588" cy="4685638"/>
          </a:xfrm>
        </p:grpSpPr>
        <p:grpSp>
          <p:nvGrpSpPr>
            <p:cNvPr id="328" name="Google Shape;328;p24"/>
            <p:cNvGrpSpPr/>
            <p:nvPr/>
          </p:nvGrpSpPr>
          <p:grpSpPr>
            <a:xfrm>
              <a:off x="203925" y="210075"/>
              <a:ext cx="921550" cy="253225"/>
              <a:chOff x="5690050" y="3400200"/>
              <a:chExt cx="921550" cy="253225"/>
            </a:xfrm>
          </p:grpSpPr>
          <p:sp>
            <p:nvSpPr>
              <p:cNvPr id="329" name="Google Shape;329;p24"/>
              <p:cNvSpPr/>
              <p:nvPr/>
            </p:nvSpPr>
            <p:spPr>
              <a:xfrm>
                <a:off x="5690050"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5" y="2172"/>
                      <a:pt x="2173" y="1685"/>
                      <a:pt x="2173" y="1076"/>
                    </a:cubicBezTo>
                    <a:cubicBezTo>
                      <a:pt x="2173" y="487"/>
                      <a:pt x="1685"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4"/>
              <p:cNvSpPr/>
              <p:nvPr/>
            </p:nvSpPr>
            <p:spPr>
              <a:xfrm>
                <a:off x="5906725"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6" y="2172"/>
                      <a:pt x="2173" y="1685"/>
                      <a:pt x="2173" y="1076"/>
                    </a:cubicBezTo>
                    <a:cubicBezTo>
                      <a:pt x="2173" y="487"/>
                      <a:pt x="168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4"/>
              <p:cNvSpPr/>
              <p:nvPr/>
            </p:nvSpPr>
            <p:spPr>
              <a:xfrm>
                <a:off x="6123400"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6" y="2172"/>
                      <a:pt x="2173" y="1685"/>
                      <a:pt x="2173" y="1076"/>
                    </a:cubicBezTo>
                    <a:cubicBezTo>
                      <a:pt x="2173" y="487"/>
                      <a:pt x="168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24"/>
              <p:cNvSpPr/>
              <p:nvPr/>
            </p:nvSpPr>
            <p:spPr>
              <a:xfrm>
                <a:off x="6340075" y="3400200"/>
                <a:ext cx="54850" cy="54325"/>
              </a:xfrm>
              <a:custGeom>
                <a:rect b="b" l="l" r="r" t="t"/>
                <a:pathLst>
                  <a:path extrusionOk="0" h="2173" w="2194">
                    <a:moveTo>
                      <a:pt x="1097" y="0"/>
                    </a:moveTo>
                    <a:cubicBezTo>
                      <a:pt x="488" y="0"/>
                      <a:pt x="1" y="487"/>
                      <a:pt x="1" y="1076"/>
                    </a:cubicBezTo>
                    <a:cubicBezTo>
                      <a:pt x="1" y="1685"/>
                      <a:pt x="488" y="2172"/>
                      <a:pt x="1097" y="2172"/>
                    </a:cubicBezTo>
                    <a:cubicBezTo>
                      <a:pt x="1706" y="2172"/>
                      <a:pt x="2193" y="1685"/>
                      <a:pt x="2193" y="1076"/>
                    </a:cubicBezTo>
                    <a:cubicBezTo>
                      <a:pt x="2193" y="487"/>
                      <a:pt x="170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24"/>
              <p:cNvSpPr/>
              <p:nvPr/>
            </p:nvSpPr>
            <p:spPr>
              <a:xfrm>
                <a:off x="6556775" y="3400200"/>
                <a:ext cx="54825" cy="54325"/>
              </a:xfrm>
              <a:custGeom>
                <a:rect b="b" l="l" r="r" t="t"/>
                <a:pathLst>
                  <a:path extrusionOk="0" h="2173" w="2193">
                    <a:moveTo>
                      <a:pt x="1096" y="0"/>
                    </a:moveTo>
                    <a:cubicBezTo>
                      <a:pt x="487" y="0"/>
                      <a:pt x="0" y="487"/>
                      <a:pt x="0" y="1076"/>
                    </a:cubicBezTo>
                    <a:cubicBezTo>
                      <a:pt x="0" y="1685"/>
                      <a:pt x="487" y="2172"/>
                      <a:pt x="1096" y="2172"/>
                    </a:cubicBezTo>
                    <a:cubicBezTo>
                      <a:pt x="1705" y="2172"/>
                      <a:pt x="2192" y="1685"/>
                      <a:pt x="2192" y="1076"/>
                    </a:cubicBezTo>
                    <a:cubicBezTo>
                      <a:pt x="2192" y="487"/>
                      <a:pt x="1705" y="0"/>
                      <a:pt x="10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24"/>
              <p:cNvSpPr/>
              <p:nvPr/>
            </p:nvSpPr>
            <p:spPr>
              <a:xfrm>
                <a:off x="5690050"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5" y="2193"/>
                      <a:pt x="2173" y="1706"/>
                      <a:pt x="2173" y="1097"/>
                    </a:cubicBezTo>
                    <a:cubicBezTo>
                      <a:pt x="2173" y="488"/>
                      <a:pt x="1685"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24"/>
              <p:cNvSpPr/>
              <p:nvPr/>
            </p:nvSpPr>
            <p:spPr>
              <a:xfrm>
                <a:off x="5906725"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6" y="2193"/>
                      <a:pt x="2173" y="1706"/>
                      <a:pt x="2173" y="1097"/>
                    </a:cubicBezTo>
                    <a:cubicBezTo>
                      <a:pt x="2173" y="488"/>
                      <a:pt x="168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24"/>
              <p:cNvSpPr/>
              <p:nvPr/>
            </p:nvSpPr>
            <p:spPr>
              <a:xfrm>
                <a:off x="6123400"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6" y="2193"/>
                      <a:pt x="2173" y="1706"/>
                      <a:pt x="2173" y="1097"/>
                    </a:cubicBezTo>
                    <a:cubicBezTo>
                      <a:pt x="2173" y="488"/>
                      <a:pt x="168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24"/>
              <p:cNvSpPr/>
              <p:nvPr/>
            </p:nvSpPr>
            <p:spPr>
              <a:xfrm>
                <a:off x="6340075" y="3598600"/>
                <a:ext cx="54850" cy="54825"/>
              </a:xfrm>
              <a:custGeom>
                <a:rect b="b" l="l" r="r" t="t"/>
                <a:pathLst>
                  <a:path extrusionOk="0" h="2193" w="2194">
                    <a:moveTo>
                      <a:pt x="1097" y="1"/>
                    </a:moveTo>
                    <a:cubicBezTo>
                      <a:pt x="488" y="1"/>
                      <a:pt x="1" y="488"/>
                      <a:pt x="1" y="1097"/>
                    </a:cubicBezTo>
                    <a:cubicBezTo>
                      <a:pt x="1" y="1706"/>
                      <a:pt x="488" y="2193"/>
                      <a:pt x="1097" y="2193"/>
                    </a:cubicBezTo>
                    <a:cubicBezTo>
                      <a:pt x="1706" y="2193"/>
                      <a:pt x="2193" y="1706"/>
                      <a:pt x="2193" y="1097"/>
                    </a:cubicBezTo>
                    <a:cubicBezTo>
                      <a:pt x="2193" y="488"/>
                      <a:pt x="170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4"/>
              <p:cNvSpPr/>
              <p:nvPr/>
            </p:nvSpPr>
            <p:spPr>
              <a:xfrm>
                <a:off x="6556775" y="3598600"/>
                <a:ext cx="54825" cy="54825"/>
              </a:xfrm>
              <a:custGeom>
                <a:rect b="b" l="l" r="r" t="t"/>
                <a:pathLst>
                  <a:path extrusionOk="0" h="2193" w="2193">
                    <a:moveTo>
                      <a:pt x="1096" y="1"/>
                    </a:moveTo>
                    <a:cubicBezTo>
                      <a:pt x="487" y="1"/>
                      <a:pt x="0" y="488"/>
                      <a:pt x="0" y="1097"/>
                    </a:cubicBezTo>
                    <a:cubicBezTo>
                      <a:pt x="0" y="1706"/>
                      <a:pt x="487" y="2193"/>
                      <a:pt x="1096" y="2193"/>
                    </a:cubicBezTo>
                    <a:cubicBezTo>
                      <a:pt x="1705" y="2193"/>
                      <a:pt x="2192" y="1706"/>
                      <a:pt x="2192" y="1097"/>
                    </a:cubicBezTo>
                    <a:cubicBezTo>
                      <a:pt x="2192" y="488"/>
                      <a:pt x="1705"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9" name="Google Shape;339;p24"/>
            <p:cNvGrpSpPr/>
            <p:nvPr/>
          </p:nvGrpSpPr>
          <p:grpSpPr>
            <a:xfrm>
              <a:off x="7893888" y="4781013"/>
              <a:ext cx="1130625" cy="114700"/>
              <a:chOff x="3233525" y="2786700"/>
              <a:chExt cx="1130625" cy="114700"/>
            </a:xfrm>
          </p:grpSpPr>
          <p:sp>
            <p:nvSpPr>
              <p:cNvPr id="340" name="Google Shape;340;p24"/>
              <p:cNvSpPr/>
              <p:nvPr/>
            </p:nvSpPr>
            <p:spPr>
              <a:xfrm>
                <a:off x="3233525" y="2786700"/>
                <a:ext cx="114725" cy="114700"/>
              </a:xfrm>
              <a:custGeom>
                <a:rect b="b" l="l" r="r" t="t"/>
                <a:pathLst>
                  <a:path extrusionOk="0" h="4588" w="4589">
                    <a:moveTo>
                      <a:pt x="2295" y="0"/>
                    </a:moveTo>
                    <a:cubicBezTo>
                      <a:pt x="1036" y="0"/>
                      <a:pt x="1" y="1015"/>
                      <a:pt x="1" y="2294"/>
                    </a:cubicBezTo>
                    <a:cubicBezTo>
                      <a:pt x="1" y="3553"/>
                      <a:pt x="1036" y="4588"/>
                      <a:pt x="2295" y="4588"/>
                    </a:cubicBezTo>
                    <a:cubicBezTo>
                      <a:pt x="3573" y="4588"/>
                      <a:pt x="4588" y="3553"/>
                      <a:pt x="4588" y="2294"/>
                    </a:cubicBezTo>
                    <a:cubicBezTo>
                      <a:pt x="4588" y="1015"/>
                      <a:pt x="3573" y="0"/>
                      <a:pt x="2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24"/>
              <p:cNvSpPr/>
              <p:nvPr/>
            </p:nvSpPr>
            <p:spPr>
              <a:xfrm>
                <a:off x="3487775" y="2786700"/>
                <a:ext cx="114700" cy="114700"/>
              </a:xfrm>
              <a:custGeom>
                <a:rect b="b" l="l" r="r" t="t"/>
                <a:pathLst>
                  <a:path extrusionOk="0" h="4588" w="4588">
                    <a:moveTo>
                      <a:pt x="2294" y="0"/>
                    </a:moveTo>
                    <a:cubicBezTo>
                      <a:pt x="1015" y="0"/>
                      <a:pt x="0" y="1015"/>
                      <a:pt x="0" y="2294"/>
                    </a:cubicBezTo>
                    <a:cubicBezTo>
                      <a:pt x="0" y="3553"/>
                      <a:pt x="1015" y="4588"/>
                      <a:pt x="2294" y="4588"/>
                    </a:cubicBezTo>
                    <a:cubicBezTo>
                      <a:pt x="3552" y="4588"/>
                      <a:pt x="4587" y="3553"/>
                      <a:pt x="4587" y="2294"/>
                    </a:cubicBezTo>
                    <a:cubicBezTo>
                      <a:pt x="4587" y="1015"/>
                      <a:pt x="3552"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4"/>
              <p:cNvSpPr/>
              <p:nvPr/>
            </p:nvSpPr>
            <p:spPr>
              <a:xfrm>
                <a:off x="3741475" y="2786700"/>
                <a:ext cx="114725" cy="114700"/>
              </a:xfrm>
              <a:custGeom>
                <a:rect b="b" l="l" r="r" t="t"/>
                <a:pathLst>
                  <a:path extrusionOk="0" h="4588" w="4589">
                    <a:moveTo>
                      <a:pt x="2294" y="0"/>
                    </a:moveTo>
                    <a:cubicBezTo>
                      <a:pt x="1036" y="0"/>
                      <a:pt x="1" y="1015"/>
                      <a:pt x="1" y="2294"/>
                    </a:cubicBezTo>
                    <a:cubicBezTo>
                      <a:pt x="1" y="3553"/>
                      <a:pt x="1036" y="4588"/>
                      <a:pt x="2294" y="4588"/>
                    </a:cubicBezTo>
                    <a:cubicBezTo>
                      <a:pt x="3553" y="4588"/>
                      <a:pt x="4588" y="3553"/>
                      <a:pt x="4588" y="2294"/>
                    </a:cubicBezTo>
                    <a:cubicBezTo>
                      <a:pt x="4588" y="1015"/>
                      <a:pt x="3553"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24"/>
              <p:cNvSpPr/>
              <p:nvPr/>
            </p:nvSpPr>
            <p:spPr>
              <a:xfrm>
                <a:off x="3995700" y="2786700"/>
                <a:ext cx="114200" cy="114700"/>
              </a:xfrm>
              <a:custGeom>
                <a:rect b="b" l="l" r="r" t="t"/>
                <a:pathLst>
                  <a:path extrusionOk="0" h="4588" w="4568">
                    <a:moveTo>
                      <a:pt x="2274" y="0"/>
                    </a:moveTo>
                    <a:cubicBezTo>
                      <a:pt x="1016" y="0"/>
                      <a:pt x="1" y="1015"/>
                      <a:pt x="1" y="2294"/>
                    </a:cubicBezTo>
                    <a:cubicBezTo>
                      <a:pt x="1" y="3553"/>
                      <a:pt x="1016" y="4588"/>
                      <a:pt x="2274" y="4588"/>
                    </a:cubicBezTo>
                    <a:cubicBezTo>
                      <a:pt x="3553" y="4588"/>
                      <a:pt x="4568" y="3553"/>
                      <a:pt x="4568" y="2294"/>
                    </a:cubicBezTo>
                    <a:cubicBezTo>
                      <a:pt x="4568" y="1015"/>
                      <a:pt x="3553" y="0"/>
                      <a:pt x="227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24"/>
              <p:cNvSpPr/>
              <p:nvPr/>
            </p:nvSpPr>
            <p:spPr>
              <a:xfrm>
                <a:off x="4249425" y="2786700"/>
                <a:ext cx="114725" cy="114700"/>
              </a:xfrm>
              <a:custGeom>
                <a:rect b="b" l="l" r="r" t="t"/>
                <a:pathLst>
                  <a:path extrusionOk="0" h="4588" w="4589">
                    <a:moveTo>
                      <a:pt x="2294" y="0"/>
                    </a:moveTo>
                    <a:cubicBezTo>
                      <a:pt x="1016" y="0"/>
                      <a:pt x="1" y="1015"/>
                      <a:pt x="1" y="2294"/>
                    </a:cubicBezTo>
                    <a:cubicBezTo>
                      <a:pt x="1" y="3553"/>
                      <a:pt x="1016" y="4588"/>
                      <a:pt x="2294" y="4588"/>
                    </a:cubicBezTo>
                    <a:cubicBezTo>
                      <a:pt x="3553" y="4588"/>
                      <a:pt x="4588" y="3553"/>
                      <a:pt x="4588" y="2294"/>
                    </a:cubicBezTo>
                    <a:cubicBezTo>
                      <a:pt x="4588" y="1015"/>
                      <a:pt x="3553"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45" name="Google Shape;345;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grpSp>
        <p:nvGrpSpPr>
          <p:cNvPr id="346" name="Google Shape;346;p24"/>
          <p:cNvGrpSpPr/>
          <p:nvPr/>
        </p:nvGrpSpPr>
        <p:grpSpPr>
          <a:xfrm>
            <a:off x="465106" y="3616533"/>
            <a:ext cx="8423298" cy="1044598"/>
            <a:chOff x="465106" y="3616533"/>
            <a:chExt cx="8423298" cy="1044598"/>
          </a:xfrm>
        </p:grpSpPr>
        <p:sp>
          <p:nvSpPr>
            <p:cNvPr id="347" name="Google Shape;347;p24"/>
            <p:cNvSpPr/>
            <p:nvPr/>
          </p:nvSpPr>
          <p:spPr>
            <a:xfrm rot="5400000">
              <a:off x="465106" y="45468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4"/>
            <p:cNvSpPr/>
            <p:nvPr/>
          </p:nvSpPr>
          <p:spPr>
            <a:xfrm rot="5400000">
              <a:off x="8774156" y="361653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349" name="Shape 349"/>
        <p:cNvGrpSpPr/>
        <p:nvPr/>
      </p:nvGrpSpPr>
      <p:grpSpPr>
        <a:xfrm>
          <a:off x="0" y="0"/>
          <a:ext cx="0" cy="0"/>
          <a:chOff x="0" y="0"/>
          <a:chExt cx="0" cy="0"/>
        </a:xfrm>
      </p:grpSpPr>
      <p:grpSp>
        <p:nvGrpSpPr>
          <p:cNvPr id="350" name="Google Shape;350;p25"/>
          <p:cNvGrpSpPr/>
          <p:nvPr/>
        </p:nvGrpSpPr>
        <p:grpSpPr>
          <a:xfrm>
            <a:off x="-109600" y="0"/>
            <a:ext cx="9353825" cy="5143500"/>
            <a:chOff x="-109600" y="0"/>
            <a:chExt cx="9353825" cy="5143500"/>
          </a:xfrm>
        </p:grpSpPr>
        <p:sp>
          <p:nvSpPr>
            <p:cNvPr id="351" name="Google Shape;351;p25"/>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25"/>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3" name="Google Shape;353;p25"/>
          <p:cNvSpPr/>
          <p:nvPr/>
        </p:nvSpPr>
        <p:spPr>
          <a:xfrm>
            <a:off x="-100180" y="278688"/>
            <a:ext cx="735459" cy="739035"/>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4" name="Google Shape;354;p25"/>
          <p:cNvGrpSpPr/>
          <p:nvPr/>
        </p:nvGrpSpPr>
        <p:grpSpPr>
          <a:xfrm>
            <a:off x="449481" y="1147633"/>
            <a:ext cx="8173898" cy="2898698"/>
            <a:chOff x="449481" y="1147633"/>
            <a:chExt cx="8173898" cy="2898698"/>
          </a:xfrm>
        </p:grpSpPr>
        <p:sp>
          <p:nvSpPr>
            <p:cNvPr id="355" name="Google Shape;355;p25"/>
            <p:cNvSpPr/>
            <p:nvPr/>
          </p:nvSpPr>
          <p:spPr>
            <a:xfrm rot="5400000">
              <a:off x="8509131" y="39320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5"/>
            <p:cNvSpPr/>
            <p:nvPr/>
          </p:nvSpPr>
          <p:spPr>
            <a:xfrm rot="5400000">
              <a:off x="449481" y="114763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7" name="Google Shape;357;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58" name="Google Shape;358;p25"/>
          <p:cNvSpPr txBox="1"/>
          <p:nvPr>
            <p:ph idx="1" type="subTitle"/>
          </p:nvPr>
        </p:nvSpPr>
        <p:spPr>
          <a:xfrm>
            <a:off x="2372575" y="1800475"/>
            <a:ext cx="1978200" cy="615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59" name="Google Shape;359;p25"/>
          <p:cNvSpPr txBox="1"/>
          <p:nvPr>
            <p:ph idx="2" type="subTitle"/>
          </p:nvPr>
        </p:nvSpPr>
        <p:spPr>
          <a:xfrm>
            <a:off x="5421176" y="1800475"/>
            <a:ext cx="1978200" cy="615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0" name="Google Shape;360;p25"/>
          <p:cNvSpPr txBox="1"/>
          <p:nvPr>
            <p:ph idx="3" type="subTitle"/>
          </p:nvPr>
        </p:nvSpPr>
        <p:spPr>
          <a:xfrm>
            <a:off x="2372575" y="3443351"/>
            <a:ext cx="1978200" cy="615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1" name="Google Shape;361;p25"/>
          <p:cNvSpPr txBox="1"/>
          <p:nvPr>
            <p:ph idx="4" type="subTitle"/>
          </p:nvPr>
        </p:nvSpPr>
        <p:spPr>
          <a:xfrm>
            <a:off x="5421176" y="3443351"/>
            <a:ext cx="1978200" cy="615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62" name="Google Shape;362;p25"/>
          <p:cNvSpPr txBox="1"/>
          <p:nvPr>
            <p:ph idx="5" type="subTitle"/>
          </p:nvPr>
        </p:nvSpPr>
        <p:spPr>
          <a:xfrm>
            <a:off x="2372566"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400">
                <a:solidFill>
                  <a:schemeClr val="dk1"/>
                </a:solidFill>
                <a:latin typeface="Archivo"/>
                <a:ea typeface="Archivo"/>
                <a:cs typeface="Archivo"/>
                <a:sym typeface="Archiv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63" name="Google Shape;363;p25"/>
          <p:cNvSpPr txBox="1"/>
          <p:nvPr>
            <p:ph idx="6" type="subTitle"/>
          </p:nvPr>
        </p:nvSpPr>
        <p:spPr>
          <a:xfrm>
            <a:off x="2372566" y="31326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400">
                <a:solidFill>
                  <a:schemeClr val="dk1"/>
                </a:solidFill>
                <a:latin typeface="Archivo"/>
                <a:ea typeface="Archivo"/>
                <a:cs typeface="Archivo"/>
                <a:sym typeface="Archiv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64" name="Google Shape;364;p25"/>
          <p:cNvSpPr txBox="1"/>
          <p:nvPr>
            <p:ph idx="7" type="subTitle"/>
          </p:nvPr>
        </p:nvSpPr>
        <p:spPr>
          <a:xfrm>
            <a:off x="5421166" y="1489700"/>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400">
                <a:solidFill>
                  <a:schemeClr val="dk1"/>
                </a:solidFill>
                <a:latin typeface="Archivo"/>
                <a:ea typeface="Archivo"/>
                <a:cs typeface="Archivo"/>
                <a:sym typeface="Archiv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65" name="Google Shape;365;p25"/>
          <p:cNvSpPr txBox="1"/>
          <p:nvPr>
            <p:ph idx="8" type="subTitle"/>
          </p:nvPr>
        </p:nvSpPr>
        <p:spPr>
          <a:xfrm>
            <a:off x="5421166" y="3132675"/>
            <a:ext cx="1978200" cy="505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DM Sans"/>
              <a:buNone/>
              <a:defRPr b="1" sz="2400">
                <a:solidFill>
                  <a:schemeClr val="dk1"/>
                </a:solidFill>
                <a:latin typeface="Archivo"/>
                <a:ea typeface="Archivo"/>
                <a:cs typeface="Archivo"/>
                <a:sym typeface="Archiv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366" name="Shape 366"/>
        <p:cNvGrpSpPr/>
        <p:nvPr/>
      </p:nvGrpSpPr>
      <p:grpSpPr>
        <a:xfrm>
          <a:off x="0" y="0"/>
          <a:ext cx="0" cy="0"/>
          <a:chOff x="0" y="0"/>
          <a:chExt cx="0" cy="0"/>
        </a:xfrm>
      </p:grpSpPr>
      <p:sp>
        <p:nvSpPr>
          <p:cNvPr id="367" name="Google Shape;367;p26"/>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6"/>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70" name="Google Shape;370;p26"/>
          <p:cNvSpPr txBox="1"/>
          <p:nvPr>
            <p:ph idx="1" type="subTitle"/>
          </p:nvPr>
        </p:nvSpPr>
        <p:spPr>
          <a:xfrm>
            <a:off x="1109152" y="2009500"/>
            <a:ext cx="19860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1" name="Google Shape;371;p26"/>
          <p:cNvSpPr txBox="1"/>
          <p:nvPr>
            <p:ph idx="2" type="subTitle"/>
          </p:nvPr>
        </p:nvSpPr>
        <p:spPr>
          <a:xfrm>
            <a:off x="3579000" y="2009500"/>
            <a:ext cx="19860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2" name="Google Shape;372;p26"/>
          <p:cNvSpPr txBox="1"/>
          <p:nvPr>
            <p:ph idx="3" type="subTitle"/>
          </p:nvPr>
        </p:nvSpPr>
        <p:spPr>
          <a:xfrm>
            <a:off x="1109152" y="3458775"/>
            <a:ext cx="19860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3" name="Google Shape;373;p26"/>
          <p:cNvSpPr txBox="1"/>
          <p:nvPr>
            <p:ph idx="4" type="subTitle"/>
          </p:nvPr>
        </p:nvSpPr>
        <p:spPr>
          <a:xfrm>
            <a:off x="3579000" y="3458775"/>
            <a:ext cx="19860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4" name="Google Shape;374;p26"/>
          <p:cNvSpPr txBox="1"/>
          <p:nvPr>
            <p:ph idx="5" type="subTitle"/>
          </p:nvPr>
        </p:nvSpPr>
        <p:spPr>
          <a:xfrm>
            <a:off x="6048848" y="2009500"/>
            <a:ext cx="19860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5" name="Google Shape;375;p26"/>
          <p:cNvSpPr txBox="1"/>
          <p:nvPr>
            <p:ph idx="6" type="subTitle"/>
          </p:nvPr>
        </p:nvSpPr>
        <p:spPr>
          <a:xfrm>
            <a:off x="6048848" y="3458775"/>
            <a:ext cx="1986000" cy="6354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376" name="Google Shape;376;p26"/>
          <p:cNvSpPr txBox="1"/>
          <p:nvPr>
            <p:ph idx="7" type="subTitle"/>
          </p:nvPr>
        </p:nvSpPr>
        <p:spPr>
          <a:xfrm>
            <a:off x="1113052" y="1694824"/>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Archivo"/>
                <a:ea typeface="Archivo"/>
                <a:cs typeface="Archivo"/>
                <a:sym typeface="Archiv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77" name="Google Shape;377;p26"/>
          <p:cNvSpPr txBox="1"/>
          <p:nvPr>
            <p:ph idx="8" type="subTitle"/>
          </p:nvPr>
        </p:nvSpPr>
        <p:spPr>
          <a:xfrm>
            <a:off x="3582900" y="1694824"/>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Archivo"/>
                <a:ea typeface="Archivo"/>
                <a:cs typeface="Archivo"/>
                <a:sym typeface="Archiv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78" name="Google Shape;378;p26"/>
          <p:cNvSpPr txBox="1"/>
          <p:nvPr>
            <p:ph idx="9" type="subTitle"/>
          </p:nvPr>
        </p:nvSpPr>
        <p:spPr>
          <a:xfrm>
            <a:off x="6052748" y="1694824"/>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Archivo"/>
                <a:ea typeface="Archivo"/>
                <a:cs typeface="Archivo"/>
                <a:sym typeface="Archiv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79" name="Google Shape;379;p26"/>
          <p:cNvSpPr txBox="1"/>
          <p:nvPr>
            <p:ph idx="13" type="subTitle"/>
          </p:nvPr>
        </p:nvSpPr>
        <p:spPr>
          <a:xfrm>
            <a:off x="1113052" y="3144075"/>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Archivo"/>
                <a:ea typeface="Archivo"/>
                <a:cs typeface="Archivo"/>
                <a:sym typeface="Archiv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80" name="Google Shape;380;p26"/>
          <p:cNvSpPr txBox="1"/>
          <p:nvPr>
            <p:ph idx="14" type="subTitle"/>
          </p:nvPr>
        </p:nvSpPr>
        <p:spPr>
          <a:xfrm>
            <a:off x="3582900" y="3144075"/>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Archivo"/>
                <a:ea typeface="Archivo"/>
                <a:cs typeface="Archivo"/>
                <a:sym typeface="Archiv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sp>
        <p:nvSpPr>
          <p:cNvPr id="381" name="Google Shape;381;p26"/>
          <p:cNvSpPr txBox="1"/>
          <p:nvPr>
            <p:ph idx="15" type="subTitle"/>
          </p:nvPr>
        </p:nvSpPr>
        <p:spPr>
          <a:xfrm>
            <a:off x="6052748" y="3144075"/>
            <a:ext cx="1978200" cy="49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DM Sans"/>
              <a:buNone/>
              <a:defRPr b="1" sz="2400">
                <a:solidFill>
                  <a:schemeClr val="dk1"/>
                </a:solidFill>
                <a:latin typeface="Archivo"/>
                <a:ea typeface="Archivo"/>
                <a:cs typeface="Archivo"/>
                <a:sym typeface="Archivo"/>
              </a:defRPr>
            </a:lvl1pPr>
            <a:lvl2pPr lvl="1" rtl="0" algn="ctr">
              <a:lnSpc>
                <a:spcPct val="100000"/>
              </a:lnSpc>
              <a:spcBef>
                <a:spcPts val="0"/>
              </a:spcBef>
              <a:spcAft>
                <a:spcPts val="0"/>
              </a:spcAft>
              <a:buSzPts val="2400"/>
              <a:buFont typeface="DM Sans"/>
              <a:buNone/>
              <a:defRPr b="1" sz="2400">
                <a:latin typeface="DM Sans"/>
                <a:ea typeface="DM Sans"/>
                <a:cs typeface="DM Sans"/>
                <a:sym typeface="DM Sans"/>
              </a:defRPr>
            </a:lvl2pPr>
            <a:lvl3pPr lvl="2" rtl="0" algn="ctr">
              <a:lnSpc>
                <a:spcPct val="100000"/>
              </a:lnSpc>
              <a:spcBef>
                <a:spcPts val="0"/>
              </a:spcBef>
              <a:spcAft>
                <a:spcPts val="0"/>
              </a:spcAft>
              <a:buSzPts val="2400"/>
              <a:buFont typeface="DM Sans"/>
              <a:buNone/>
              <a:defRPr b="1" sz="2400">
                <a:latin typeface="DM Sans"/>
                <a:ea typeface="DM Sans"/>
                <a:cs typeface="DM Sans"/>
                <a:sym typeface="DM Sans"/>
              </a:defRPr>
            </a:lvl3pPr>
            <a:lvl4pPr lvl="3" rtl="0" algn="ctr">
              <a:lnSpc>
                <a:spcPct val="100000"/>
              </a:lnSpc>
              <a:spcBef>
                <a:spcPts val="0"/>
              </a:spcBef>
              <a:spcAft>
                <a:spcPts val="0"/>
              </a:spcAft>
              <a:buSzPts val="2400"/>
              <a:buFont typeface="DM Sans"/>
              <a:buNone/>
              <a:defRPr b="1" sz="2400">
                <a:latin typeface="DM Sans"/>
                <a:ea typeface="DM Sans"/>
                <a:cs typeface="DM Sans"/>
                <a:sym typeface="DM Sans"/>
              </a:defRPr>
            </a:lvl4pPr>
            <a:lvl5pPr lvl="4" rtl="0" algn="ctr">
              <a:lnSpc>
                <a:spcPct val="100000"/>
              </a:lnSpc>
              <a:spcBef>
                <a:spcPts val="0"/>
              </a:spcBef>
              <a:spcAft>
                <a:spcPts val="0"/>
              </a:spcAft>
              <a:buSzPts val="2400"/>
              <a:buFont typeface="DM Sans"/>
              <a:buNone/>
              <a:defRPr b="1" sz="2400">
                <a:latin typeface="DM Sans"/>
                <a:ea typeface="DM Sans"/>
                <a:cs typeface="DM Sans"/>
                <a:sym typeface="DM Sans"/>
              </a:defRPr>
            </a:lvl5pPr>
            <a:lvl6pPr lvl="5" rtl="0" algn="ctr">
              <a:lnSpc>
                <a:spcPct val="100000"/>
              </a:lnSpc>
              <a:spcBef>
                <a:spcPts val="0"/>
              </a:spcBef>
              <a:spcAft>
                <a:spcPts val="0"/>
              </a:spcAft>
              <a:buSzPts val="2400"/>
              <a:buFont typeface="DM Sans"/>
              <a:buNone/>
              <a:defRPr b="1" sz="2400">
                <a:latin typeface="DM Sans"/>
                <a:ea typeface="DM Sans"/>
                <a:cs typeface="DM Sans"/>
                <a:sym typeface="DM Sans"/>
              </a:defRPr>
            </a:lvl6pPr>
            <a:lvl7pPr lvl="6" rtl="0" algn="ctr">
              <a:lnSpc>
                <a:spcPct val="100000"/>
              </a:lnSpc>
              <a:spcBef>
                <a:spcPts val="0"/>
              </a:spcBef>
              <a:spcAft>
                <a:spcPts val="0"/>
              </a:spcAft>
              <a:buSzPts val="2400"/>
              <a:buFont typeface="DM Sans"/>
              <a:buNone/>
              <a:defRPr b="1" sz="2400">
                <a:latin typeface="DM Sans"/>
                <a:ea typeface="DM Sans"/>
                <a:cs typeface="DM Sans"/>
                <a:sym typeface="DM Sans"/>
              </a:defRPr>
            </a:lvl7pPr>
            <a:lvl8pPr lvl="7" rtl="0" algn="ctr">
              <a:lnSpc>
                <a:spcPct val="100000"/>
              </a:lnSpc>
              <a:spcBef>
                <a:spcPts val="0"/>
              </a:spcBef>
              <a:spcAft>
                <a:spcPts val="0"/>
              </a:spcAft>
              <a:buSzPts val="2400"/>
              <a:buFont typeface="DM Sans"/>
              <a:buNone/>
              <a:defRPr b="1" sz="2400">
                <a:latin typeface="DM Sans"/>
                <a:ea typeface="DM Sans"/>
                <a:cs typeface="DM Sans"/>
                <a:sym typeface="DM Sans"/>
              </a:defRPr>
            </a:lvl8pPr>
            <a:lvl9pPr lvl="8" rtl="0" algn="ctr">
              <a:lnSpc>
                <a:spcPct val="100000"/>
              </a:lnSpc>
              <a:spcBef>
                <a:spcPts val="0"/>
              </a:spcBef>
              <a:spcAft>
                <a:spcPts val="0"/>
              </a:spcAft>
              <a:buSzPts val="2400"/>
              <a:buFont typeface="DM Sans"/>
              <a:buNone/>
              <a:defRPr b="1" sz="2400">
                <a:latin typeface="DM Sans"/>
                <a:ea typeface="DM Sans"/>
                <a:cs typeface="DM Sans"/>
                <a:sym typeface="DM Sans"/>
              </a:defRPr>
            </a:lvl9pPr>
          </a:lstStyle>
          <a:p/>
        </p:txBody>
      </p:sp>
      <p:grpSp>
        <p:nvGrpSpPr>
          <p:cNvPr id="382" name="Google Shape;382;p26"/>
          <p:cNvGrpSpPr/>
          <p:nvPr/>
        </p:nvGrpSpPr>
        <p:grpSpPr>
          <a:xfrm>
            <a:off x="249731" y="4294483"/>
            <a:ext cx="287798" cy="309523"/>
            <a:chOff x="249731" y="4294483"/>
            <a:chExt cx="287798" cy="309523"/>
          </a:xfrm>
        </p:grpSpPr>
        <p:sp>
          <p:nvSpPr>
            <p:cNvPr id="383" name="Google Shape;383;p26"/>
            <p:cNvSpPr/>
            <p:nvPr/>
          </p:nvSpPr>
          <p:spPr>
            <a:xfrm rot="5400000">
              <a:off x="423281" y="42944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26"/>
            <p:cNvSpPr/>
            <p:nvPr/>
          </p:nvSpPr>
          <p:spPr>
            <a:xfrm rot="5400000">
              <a:off x="249731" y="4489758"/>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 name="Google Shape;385;p26"/>
          <p:cNvGrpSpPr/>
          <p:nvPr/>
        </p:nvGrpSpPr>
        <p:grpSpPr>
          <a:xfrm rot="-5400000">
            <a:off x="-258475" y="718250"/>
            <a:ext cx="1130625" cy="114700"/>
            <a:chOff x="3233525" y="2786700"/>
            <a:chExt cx="1130625" cy="114700"/>
          </a:xfrm>
        </p:grpSpPr>
        <p:sp>
          <p:nvSpPr>
            <p:cNvPr id="386" name="Google Shape;386;p26"/>
            <p:cNvSpPr/>
            <p:nvPr/>
          </p:nvSpPr>
          <p:spPr>
            <a:xfrm>
              <a:off x="3233525" y="2786700"/>
              <a:ext cx="114725" cy="114700"/>
            </a:xfrm>
            <a:custGeom>
              <a:rect b="b" l="l" r="r" t="t"/>
              <a:pathLst>
                <a:path extrusionOk="0" h="4588" w="4589">
                  <a:moveTo>
                    <a:pt x="2295" y="0"/>
                  </a:moveTo>
                  <a:cubicBezTo>
                    <a:pt x="1036" y="0"/>
                    <a:pt x="1" y="1015"/>
                    <a:pt x="1" y="2294"/>
                  </a:cubicBezTo>
                  <a:cubicBezTo>
                    <a:pt x="1" y="3553"/>
                    <a:pt x="1036" y="4588"/>
                    <a:pt x="2295" y="4588"/>
                  </a:cubicBezTo>
                  <a:cubicBezTo>
                    <a:pt x="3573" y="4588"/>
                    <a:pt x="4588" y="3553"/>
                    <a:pt x="4588" y="2294"/>
                  </a:cubicBezTo>
                  <a:cubicBezTo>
                    <a:pt x="4588" y="1015"/>
                    <a:pt x="3573" y="0"/>
                    <a:pt x="2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26"/>
            <p:cNvSpPr/>
            <p:nvPr/>
          </p:nvSpPr>
          <p:spPr>
            <a:xfrm>
              <a:off x="3487775" y="2786700"/>
              <a:ext cx="114700" cy="114700"/>
            </a:xfrm>
            <a:custGeom>
              <a:rect b="b" l="l" r="r" t="t"/>
              <a:pathLst>
                <a:path extrusionOk="0" h="4588" w="4588">
                  <a:moveTo>
                    <a:pt x="2294" y="0"/>
                  </a:moveTo>
                  <a:cubicBezTo>
                    <a:pt x="1015" y="0"/>
                    <a:pt x="0" y="1015"/>
                    <a:pt x="0" y="2294"/>
                  </a:cubicBezTo>
                  <a:cubicBezTo>
                    <a:pt x="0" y="3553"/>
                    <a:pt x="1015" y="4588"/>
                    <a:pt x="2294" y="4588"/>
                  </a:cubicBezTo>
                  <a:cubicBezTo>
                    <a:pt x="3552" y="4588"/>
                    <a:pt x="4587" y="3553"/>
                    <a:pt x="4587" y="2294"/>
                  </a:cubicBezTo>
                  <a:cubicBezTo>
                    <a:pt x="4587" y="1015"/>
                    <a:pt x="3552"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26"/>
            <p:cNvSpPr/>
            <p:nvPr/>
          </p:nvSpPr>
          <p:spPr>
            <a:xfrm>
              <a:off x="3741475" y="2786700"/>
              <a:ext cx="114725" cy="114700"/>
            </a:xfrm>
            <a:custGeom>
              <a:rect b="b" l="l" r="r" t="t"/>
              <a:pathLst>
                <a:path extrusionOk="0" h="4588" w="4589">
                  <a:moveTo>
                    <a:pt x="2294" y="0"/>
                  </a:moveTo>
                  <a:cubicBezTo>
                    <a:pt x="1036" y="0"/>
                    <a:pt x="1" y="1015"/>
                    <a:pt x="1" y="2294"/>
                  </a:cubicBezTo>
                  <a:cubicBezTo>
                    <a:pt x="1" y="3553"/>
                    <a:pt x="1036" y="4588"/>
                    <a:pt x="2294" y="4588"/>
                  </a:cubicBezTo>
                  <a:cubicBezTo>
                    <a:pt x="3553" y="4588"/>
                    <a:pt x="4588" y="3553"/>
                    <a:pt x="4588" y="2294"/>
                  </a:cubicBezTo>
                  <a:cubicBezTo>
                    <a:pt x="4588" y="1015"/>
                    <a:pt x="3553"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26"/>
            <p:cNvSpPr/>
            <p:nvPr/>
          </p:nvSpPr>
          <p:spPr>
            <a:xfrm>
              <a:off x="3995700" y="2786700"/>
              <a:ext cx="114200" cy="114700"/>
            </a:xfrm>
            <a:custGeom>
              <a:rect b="b" l="l" r="r" t="t"/>
              <a:pathLst>
                <a:path extrusionOk="0" h="4588" w="4568">
                  <a:moveTo>
                    <a:pt x="2274" y="0"/>
                  </a:moveTo>
                  <a:cubicBezTo>
                    <a:pt x="1016" y="0"/>
                    <a:pt x="1" y="1015"/>
                    <a:pt x="1" y="2294"/>
                  </a:cubicBezTo>
                  <a:cubicBezTo>
                    <a:pt x="1" y="3553"/>
                    <a:pt x="1016" y="4588"/>
                    <a:pt x="2274" y="4588"/>
                  </a:cubicBezTo>
                  <a:cubicBezTo>
                    <a:pt x="3553" y="4588"/>
                    <a:pt x="4568" y="3553"/>
                    <a:pt x="4568" y="2294"/>
                  </a:cubicBezTo>
                  <a:cubicBezTo>
                    <a:pt x="4568" y="1015"/>
                    <a:pt x="3553" y="0"/>
                    <a:pt x="227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6"/>
            <p:cNvSpPr/>
            <p:nvPr/>
          </p:nvSpPr>
          <p:spPr>
            <a:xfrm>
              <a:off x="4249425" y="2786700"/>
              <a:ext cx="114725" cy="114700"/>
            </a:xfrm>
            <a:custGeom>
              <a:rect b="b" l="l" r="r" t="t"/>
              <a:pathLst>
                <a:path extrusionOk="0" h="4588" w="4589">
                  <a:moveTo>
                    <a:pt x="2294" y="0"/>
                  </a:moveTo>
                  <a:cubicBezTo>
                    <a:pt x="1016" y="0"/>
                    <a:pt x="1" y="1015"/>
                    <a:pt x="1" y="2294"/>
                  </a:cubicBezTo>
                  <a:cubicBezTo>
                    <a:pt x="1" y="3553"/>
                    <a:pt x="1016" y="4588"/>
                    <a:pt x="2294" y="4588"/>
                  </a:cubicBezTo>
                  <a:cubicBezTo>
                    <a:pt x="3553" y="4588"/>
                    <a:pt x="4588" y="3553"/>
                    <a:pt x="4588" y="2294"/>
                  </a:cubicBezTo>
                  <a:cubicBezTo>
                    <a:pt x="4588" y="1015"/>
                    <a:pt x="3553"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1" name="Google Shape;391;p26"/>
          <p:cNvGrpSpPr/>
          <p:nvPr/>
        </p:nvGrpSpPr>
        <p:grpSpPr>
          <a:xfrm>
            <a:off x="-357280" y="1017725"/>
            <a:ext cx="9790416" cy="2334560"/>
            <a:chOff x="-357280" y="1017725"/>
            <a:chExt cx="9790416" cy="2334560"/>
          </a:xfrm>
        </p:grpSpPr>
        <p:sp>
          <p:nvSpPr>
            <p:cNvPr id="392" name="Google Shape;392;p26"/>
            <p:cNvSpPr/>
            <p:nvPr/>
          </p:nvSpPr>
          <p:spPr>
            <a:xfrm>
              <a:off x="8598825" y="1017725"/>
              <a:ext cx="834311" cy="838227"/>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26"/>
            <p:cNvSpPr/>
            <p:nvPr/>
          </p:nvSpPr>
          <p:spPr>
            <a:xfrm>
              <a:off x="-357280" y="2613250"/>
              <a:ext cx="735459" cy="739035"/>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394" name="Shape 394"/>
        <p:cNvGrpSpPr/>
        <p:nvPr/>
      </p:nvGrpSpPr>
      <p:grpSpPr>
        <a:xfrm>
          <a:off x="0" y="0"/>
          <a:ext cx="0" cy="0"/>
          <a:chOff x="0" y="0"/>
          <a:chExt cx="0" cy="0"/>
        </a:xfrm>
      </p:grpSpPr>
      <p:grpSp>
        <p:nvGrpSpPr>
          <p:cNvPr id="395" name="Google Shape;395;p27"/>
          <p:cNvGrpSpPr/>
          <p:nvPr/>
        </p:nvGrpSpPr>
        <p:grpSpPr>
          <a:xfrm>
            <a:off x="-109600" y="0"/>
            <a:ext cx="9353825" cy="5143500"/>
            <a:chOff x="-109600" y="0"/>
            <a:chExt cx="9353825" cy="5143500"/>
          </a:xfrm>
        </p:grpSpPr>
        <p:sp>
          <p:nvSpPr>
            <p:cNvPr id="396" name="Google Shape;396;p27"/>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27"/>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8" name="Google Shape;398;p27"/>
          <p:cNvGrpSpPr/>
          <p:nvPr/>
        </p:nvGrpSpPr>
        <p:grpSpPr>
          <a:xfrm>
            <a:off x="223231" y="808883"/>
            <a:ext cx="8696348" cy="347248"/>
            <a:chOff x="223231" y="808883"/>
            <a:chExt cx="8696348" cy="347248"/>
          </a:xfrm>
        </p:grpSpPr>
        <p:sp>
          <p:nvSpPr>
            <p:cNvPr id="399" name="Google Shape;399;p27"/>
            <p:cNvSpPr/>
            <p:nvPr/>
          </p:nvSpPr>
          <p:spPr>
            <a:xfrm rot="5400000">
              <a:off x="223231" y="10418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27"/>
            <p:cNvSpPr/>
            <p:nvPr/>
          </p:nvSpPr>
          <p:spPr>
            <a:xfrm rot="5400000">
              <a:off x="8805331" y="8088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1" name="Google Shape;401;p27"/>
          <p:cNvSpPr/>
          <p:nvPr/>
        </p:nvSpPr>
        <p:spPr>
          <a:xfrm flipH="1" rot="5400000">
            <a:off x="7775900" y="3775400"/>
            <a:ext cx="1342725" cy="1393450"/>
          </a:xfrm>
          <a:custGeom>
            <a:rect b="b" l="l" r="r" t="t"/>
            <a:pathLst>
              <a:path extrusionOk="0" h="55738" w="53709">
                <a:moveTo>
                  <a:pt x="33918" y="1"/>
                </a:moveTo>
                <a:cubicBezTo>
                  <a:pt x="33532" y="18979"/>
                  <a:pt x="18715" y="34466"/>
                  <a:pt x="1" y="35927"/>
                </a:cubicBezTo>
                <a:lnTo>
                  <a:pt x="1" y="55738"/>
                </a:lnTo>
                <a:cubicBezTo>
                  <a:pt x="29635" y="54256"/>
                  <a:pt x="53302" y="29879"/>
                  <a:pt x="537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2" name="Google Shape;402;p27"/>
          <p:cNvGrpSpPr/>
          <p:nvPr/>
        </p:nvGrpSpPr>
        <p:grpSpPr>
          <a:xfrm>
            <a:off x="252450" y="286275"/>
            <a:ext cx="7279963" cy="4500263"/>
            <a:chOff x="252450" y="286275"/>
            <a:chExt cx="7279963" cy="4500263"/>
          </a:xfrm>
        </p:grpSpPr>
        <p:grpSp>
          <p:nvGrpSpPr>
            <p:cNvPr id="403" name="Google Shape;403;p27"/>
            <p:cNvGrpSpPr/>
            <p:nvPr/>
          </p:nvGrpSpPr>
          <p:grpSpPr>
            <a:xfrm>
              <a:off x="252450" y="286275"/>
              <a:ext cx="921550" cy="253225"/>
              <a:chOff x="5690050" y="3400200"/>
              <a:chExt cx="921550" cy="253225"/>
            </a:xfrm>
          </p:grpSpPr>
          <p:sp>
            <p:nvSpPr>
              <p:cNvPr id="404" name="Google Shape;404;p27"/>
              <p:cNvSpPr/>
              <p:nvPr/>
            </p:nvSpPr>
            <p:spPr>
              <a:xfrm>
                <a:off x="5690050"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5" y="2172"/>
                      <a:pt x="2173" y="1685"/>
                      <a:pt x="2173" y="1076"/>
                    </a:cubicBezTo>
                    <a:cubicBezTo>
                      <a:pt x="2173" y="487"/>
                      <a:pt x="1685"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27"/>
              <p:cNvSpPr/>
              <p:nvPr/>
            </p:nvSpPr>
            <p:spPr>
              <a:xfrm>
                <a:off x="5906725"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6" y="2172"/>
                      <a:pt x="2173" y="1685"/>
                      <a:pt x="2173" y="1076"/>
                    </a:cubicBezTo>
                    <a:cubicBezTo>
                      <a:pt x="2173" y="487"/>
                      <a:pt x="168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7"/>
              <p:cNvSpPr/>
              <p:nvPr/>
            </p:nvSpPr>
            <p:spPr>
              <a:xfrm>
                <a:off x="6123400"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6" y="2172"/>
                      <a:pt x="2173" y="1685"/>
                      <a:pt x="2173" y="1076"/>
                    </a:cubicBezTo>
                    <a:cubicBezTo>
                      <a:pt x="2173" y="487"/>
                      <a:pt x="168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27"/>
              <p:cNvSpPr/>
              <p:nvPr/>
            </p:nvSpPr>
            <p:spPr>
              <a:xfrm>
                <a:off x="6340075" y="3400200"/>
                <a:ext cx="54850" cy="54325"/>
              </a:xfrm>
              <a:custGeom>
                <a:rect b="b" l="l" r="r" t="t"/>
                <a:pathLst>
                  <a:path extrusionOk="0" h="2173" w="2194">
                    <a:moveTo>
                      <a:pt x="1097" y="0"/>
                    </a:moveTo>
                    <a:cubicBezTo>
                      <a:pt x="488" y="0"/>
                      <a:pt x="1" y="487"/>
                      <a:pt x="1" y="1076"/>
                    </a:cubicBezTo>
                    <a:cubicBezTo>
                      <a:pt x="1" y="1685"/>
                      <a:pt x="488" y="2172"/>
                      <a:pt x="1097" y="2172"/>
                    </a:cubicBezTo>
                    <a:cubicBezTo>
                      <a:pt x="1706" y="2172"/>
                      <a:pt x="2193" y="1685"/>
                      <a:pt x="2193" y="1076"/>
                    </a:cubicBezTo>
                    <a:cubicBezTo>
                      <a:pt x="2193" y="487"/>
                      <a:pt x="170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27"/>
              <p:cNvSpPr/>
              <p:nvPr/>
            </p:nvSpPr>
            <p:spPr>
              <a:xfrm>
                <a:off x="6556775" y="3400200"/>
                <a:ext cx="54825" cy="54325"/>
              </a:xfrm>
              <a:custGeom>
                <a:rect b="b" l="l" r="r" t="t"/>
                <a:pathLst>
                  <a:path extrusionOk="0" h="2173" w="2193">
                    <a:moveTo>
                      <a:pt x="1096" y="0"/>
                    </a:moveTo>
                    <a:cubicBezTo>
                      <a:pt x="487" y="0"/>
                      <a:pt x="0" y="487"/>
                      <a:pt x="0" y="1076"/>
                    </a:cubicBezTo>
                    <a:cubicBezTo>
                      <a:pt x="0" y="1685"/>
                      <a:pt x="487" y="2172"/>
                      <a:pt x="1096" y="2172"/>
                    </a:cubicBezTo>
                    <a:cubicBezTo>
                      <a:pt x="1705" y="2172"/>
                      <a:pt x="2192" y="1685"/>
                      <a:pt x="2192" y="1076"/>
                    </a:cubicBezTo>
                    <a:cubicBezTo>
                      <a:pt x="2192" y="487"/>
                      <a:pt x="1705" y="0"/>
                      <a:pt x="10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27"/>
              <p:cNvSpPr/>
              <p:nvPr/>
            </p:nvSpPr>
            <p:spPr>
              <a:xfrm>
                <a:off x="5690050"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5" y="2193"/>
                      <a:pt x="2173" y="1706"/>
                      <a:pt x="2173" y="1097"/>
                    </a:cubicBezTo>
                    <a:cubicBezTo>
                      <a:pt x="2173" y="488"/>
                      <a:pt x="1685"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27"/>
              <p:cNvSpPr/>
              <p:nvPr/>
            </p:nvSpPr>
            <p:spPr>
              <a:xfrm>
                <a:off x="5906725"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6" y="2193"/>
                      <a:pt x="2173" y="1706"/>
                      <a:pt x="2173" y="1097"/>
                    </a:cubicBezTo>
                    <a:cubicBezTo>
                      <a:pt x="2173" y="488"/>
                      <a:pt x="168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7"/>
              <p:cNvSpPr/>
              <p:nvPr/>
            </p:nvSpPr>
            <p:spPr>
              <a:xfrm>
                <a:off x="6123400"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6" y="2193"/>
                      <a:pt x="2173" y="1706"/>
                      <a:pt x="2173" y="1097"/>
                    </a:cubicBezTo>
                    <a:cubicBezTo>
                      <a:pt x="2173" y="488"/>
                      <a:pt x="168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27"/>
              <p:cNvSpPr/>
              <p:nvPr/>
            </p:nvSpPr>
            <p:spPr>
              <a:xfrm>
                <a:off x="6340075" y="3598600"/>
                <a:ext cx="54850" cy="54825"/>
              </a:xfrm>
              <a:custGeom>
                <a:rect b="b" l="l" r="r" t="t"/>
                <a:pathLst>
                  <a:path extrusionOk="0" h="2193" w="2194">
                    <a:moveTo>
                      <a:pt x="1097" y="1"/>
                    </a:moveTo>
                    <a:cubicBezTo>
                      <a:pt x="488" y="1"/>
                      <a:pt x="1" y="488"/>
                      <a:pt x="1" y="1097"/>
                    </a:cubicBezTo>
                    <a:cubicBezTo>
                      <a:pt x="1" y="1706"/>
                      <a:pt x="488" y="2193"/>
                      <a:pt x="1097" y="2193"/>
                    </a:cubicBezTo>
                    <a:cubicBezTo>
                      <a:pt x="1706" y="2193"/>
                      <a:pt x="2193" y="1706"/>
                      <a:pt x="2193" y="1097"/>
                    </a:cubicBezTo>
                    <a:cubicBezTo>
                      <a:pt x="2193" y="488"/>
                      <a:pt x="170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27"/>
              <p:cNvSpPr/>
              <p:nvPr/>
            </p:nvSpPr>
            <p:spPr>
              <a:xfrm>
                <a:off x="6556775" y="3598600"/>
                <a:ext cx="54825" cy="54825"/>
              </a:xfrm>
              <a:custGeom>
                <a:rect b="b" l="l" r="r" t="t"/>
                <a:pathLst>
                  <a:path extrusionOk="0" h="2193" w="2193">
                    <a:moveTo>
                      <a:pt x="1096" y="1"/>
                    </a:moveTo>
                    <a:cubicBezTo>
                      <a:pt x="487" y="1"/>
                      <a:pt x="0" y="488"/>
                      <a:pt x="0" y="1097"/>
                    </a:cubicBezTo>
                    <a:cubicBezTo>
                      <a:pt x="0" y="1706"/>
                      <a:pt x="487" y="2193"/>
                      <a:pt x="1096" y="2193"/>
                    </a:cubicBezTo>
                    <a:cubicBezTo>
                      <a:pt x="1705" y="2193"/>
                      <a:pt x="2192" y="1706"/>
                      <a:pt x="2192" y="1097"/>
                    </a:cubicBezTo>
                    <a:cubicBezTo>
                      <a:pt x="2192" y="488"/>
                      <a:pt x="1705"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 name="Google Shape;414;p27"/>
            <p:cNvGrpSpPr/>
            <p:nvPr/>
          </p:nvGrpSpPr>
          <p:grpSpPr>
            <a:xfrm>
              <a:off x="6401788" y="4671838"/>
              <a:ext cx="1130625" cy="114700"/>
              <a:chOff x="3233525" y="2786700"/>
              <a:chExt cx="1130625" cy="114700"/>
            </a:xfrm>
          </p:grpSpPr>
          <p:sp>
            <p:nvSpPr>
              <p:cNvPr id="415" name="Google Shape;415;p27"/>
              <p:cNvSpPr/>
              <p:nvPr/>
            </p:nvSpPr>
            <p:spPr>
              <a:xfrm>
                <a:off x="3233525" y="2786700"/>
                <a:ext cx="114725" cy="114700"/>
              </a:xfrm>
              <a:custGeom>
                <a:rect b="b" l="l" r="r" t="t"/>
                <a:pathLst>
                  <a:path extrusionOk="0" h="4588" w="4589">
                    <a:moveTo>
                      <a:pt x="2295" y="0"/>
                    </a:moveTo>
                    <a:cubicBezTo>
                      <a:pt x="1036" y="0"/>
                      <a:pt x="1" y="1015"/>
                      <a:pt x="1" y="2294"/>
                    </a:cubicBezTo>
                    <a:cubicBezTo>
                      <a:pt x="1" y="3553"/>
                      <a:pt x="1036" y="4588"/>
                      <a:pt x="2295" y="4588"/>
                    </a:cubicBezTo>
                    <a:cubicBezTo>
                      <a:pt x="3573" y="4588"/>
                      <a:pt x="4588" y="3553"/>
                      <a:pt x="4588" y="2294"/>
                    </a:cubicBezTo>
                    <a:cubicBezTo>
                      <a:pt x="4588" y="1015"/>
                      <a:pt x="3573" y="0"/>
                      <a:pt x="2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27"/>
              <p:cNvSpPr/>
              <p:nvPr/>
            </p:nvSpPr>
            <p:spPr>
              <a:xfrm>
                <a:off x="3487775" y="2786700"/>
                <a:ext cx="114700" cy="114700"/>
              </a:xfrm>
              <a:custGeom>
                <a:rect b="b" l="l" r="r" t="t"/>
                <a:pathLst>
                  <a:path extrusionOk="0" h="4588" w="4588">
                    <a:moveTo>
                      <a:pt x="2294" y="0"/>
                    </a:moveTo>
                    <a:cubicBezTo>
                      <a:pt x="1015" y="0"/>
                      <a:pt x="0" y="1015"/>
                      <a:pt x="0" y="2294"/>
                    </a:cubicBezTo>
                    <a:cubicBezTo>
                      <a:pt x="0" y="3553"/>
                      <a:pt x="1015" y="4588"/>
                      <a:pt x="2294" y="4588"/>
                    </a:cubicBezTo>
                    <a:cubicBezTo>
                      <a:pt x="3552" y="4588"/>
                      <a:pt x="4587" y="3553"/>
                      <a:pt x="4587" y="2294"/>
                    </a:cubicBezTo>
                    <a:cubicBezTo>
                      <a:pt x="4587" y="1015"/>
                      <a:pt x="3552"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27"/>
              <p:cNvSpPr/>
              <p:nvPr/>
            </p:nvSpPr>
            <p:spPr>
              <a:xfrm>
                <a:off x="3741475" y="2786700"/>
                <a:ext cx="114725" cy="114700"/>
              </a:xfrm>
              <a:custGeom>
                <a:rect b="b" l="l" r="r" t="t"/>
                <a:pathLst>
                  <a:path extrusionOk="0" h="4588" w="4589">
                    <a:moveTo>
                      <a:pt x="2294" y="0"/>
                    </a:moveTo>
                    <a:cubicBezTo>
                      <a:pt x="1036" y="0"/>
                      <a:pt x="1" y="1015"/>
                      <a:pt x="1" y="2294"/>
                    </a:cubicBezTo>
                    <a:cubicBezTo>
                      <a:pt x="1" y="3553"/>
                      <a:pt x="1036" y="4588"/>
                      <a:pt x="2294" y="4588"/>
                    </a:cubicBezTo>
                    <a:cubicBezTo>
                      <a:pt x="3553" y="4588"/>
                      <a:pt x="4588" y="3553"/>
                      <a:pt x="4588" y="2294"/>
                    </a:cubicBezTo>
                    <a:cubicBezTo>
                      <a:pt x="4588" y="1015"/>
                      <a:pt x="3553"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27"/>
              <p:cNvSpPr/>
              <p:nvPr/>
            </p:nvSpPr>
            <p:spPr>
              <a:xfrm>
                <a:off x="3995700" y="2786700"/>
                <a:ext cx="114200" cy="114700"/>
              </a:xfrm>
              <a:custGeom>
                <a:rect b="b" l="l" r="r" t="t"/>
                <a:pathLst>
                  <a:path extrusionOk="0" h="4588" w="4568">
                    <a:moveTo>
                      <a:pt x="2274" y="0"/>
                    </a:moveTo>
                    <a:cubicBezTo>
                      <a:pt x="1016" y="0"/>
                      <a:pt x="1" y="1015"/>
                      <a:pt x="1" y="2294"/>
                    </a:cubicBezTo>
                    <a:cubicBezTo>
                      <a:pt x="1" y="3553"/>
                      <a:pt x="1016" y="4588"/>
                      <a:pt x="2274" y="4588"/>
                    </a:cubicBezTo>
                    <a:cubicBezTo>
                      <a:pt x="3553" y="4588"/>
                      <a:pt x="4568" y="3553"/>
                      <a:pt x="4568" y="2294"/>
                    </a:cubicBezTo>
                    <a:cubicBezTo>
                      <a:pt x="4568" y="1015"/>
                      <a:pt x="3553" y="0"/>
                      <a:pt x="227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27"/>
              <p:cNvSpPr/>
              <p:nvPr/>
            </p:nvSpPr>
            <p:spPr>
              <a:xfrm>
                <a:off x="4249425" y="2786700"/>
                <a:ext cx="114725" cy="114700"/>
              </a:xfrm>
              <a:custGeom>
                <a:rect b="b" l="l" r="r" t="t"/>
                <a:pathLst>
                  <a:path extrusionOk="0" h="4588" w="4589">
                    <a:moveTo>
                      <a:pt x="2294" y="0"/>
                    </a:moveTo>
                    <a:cubicBezTo>
                      <a:pt x="1016" y="0"/>
                      <a:pt x="1" y="1015"/>
                      <a:pt x="1" y="2294"/>
                    </a:cubicBezTo>
                    <a:cubicBezTo>
                      <a:pt x="1" y="3553"/>
                      <a:pt x="1016" y="4588"/>
                      <a:pt x="2294" y="4588"/>
                    </a:cubicBezTo>
                    <a:cubicBezTo>
                      <a:pt x="3553" y="4588"/>
                      <a:pt x="4588" y="3553"/>
                      <a:pt x="4588" y="2294"/>
                    </a:cubicBezTo>
                    <a:cubicBezTo>
                      <a:pt x="4588" y="1015"/>
                      <a:pt x="3553"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420" name="Google Shape;420;p27"/>
          <p:cNvSpPr txBox="1"/>
          <p:nvPr>
            <p:ph hasCustomPrompt="1" type="title"/>
          </p:nvPr>
        </p:nvSpPr>
        <p:spPr>
          <a:xfrm>
            <a:off x="1475225" y="739282"/>
            <a:ext cx="46968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421" name="Google Shape;421;p27"/>
          <p:cNvSpPr txBox="1"/>
          <p:nvPr>
            <p:ph idx="1" type="subTitle"/>
          </p:nvPr>
        </p:nvSpPr>
        <p:spPr>
          <a:xfrm>
            <a:off x="1475225" y="1309584"/>
            <a:ext cx="4696800" cy="423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422" name="Google Shape;422;p27"/>
          <p:cNvSpPr txBox="1"/>
          <p:nvPr>
            <p:ph hasCustomPrompt="1" idx="2" type="title"/>
          </p:nvPr>
        </p:nvSpPr>
        <p:spPr>
          <a:xfrm>
            <a:off x="1475225" y="2091537"/>
            <a:ext cx="46968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423" name="Google Shape;423;p27"/>
          <p:cNvSpPr txBox="1"/>
          <p:nvPr>
            <p:ph idx="3" type="subTitle"/>
          </p:nvPr>
        </p:nvSpPr>
        <p:spPr>
          <a:xfrm>
            <a:off x="1475225" y="2661836"/>
            <a:ext cx="4696800" cy="423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424" name="Google Shape;424;p27"/>
          <p:cNvSpPr txBox="1"/>
          <p:nvPr>
            <p:ph hasCustomPrompt="1" idx="4" type="title"/>
          </p:nvPr>
        </p:nvSpPr>
        <p:spPr>
          <a:xfrm>
            <a:off x="1475225" y="3443793"/>
            <a:ext cx="46968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425" name="Google Shape;425;p27"/>
          <p:cNvSpPr txBox="1"/>
          <p:nvPr>
            <p:ph idx="5" type="subTitle"/>
          </p:nvPr>
        </p:nvSpPr>
        <p:spPr>
          <a:xfrm>
            <a:off x="1475225" y="4014105"/>
            <a:ext cx="4696800" cy="4239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8_1">
    <p:spTree>
      <p:nvGrpSpPr>
        <p:cNvPr id="426" name="Shape 426"/>
        <p:cNvGrpSpPr/>
        <p:nvPr/>
      </p:nvGrpSpPr>
      <p:grpSpPr>
        <a:xfrm>
          <a:off x="0" y="0"/>
          <a:ext cx="0" cy="0"/>
          <a:chOff x="0" y="0"/>
          <a:chExt cx="0" cy="0"/>
        </a:xfrm>
      </p:grpSpPr>
      <p:grpSp>
        <p:nvGrpSpPr>
          <p:cNvPr id="427" name="Google Shape;427;p28"/>
          <p:cNvGrpSpPr/>
          <p:nvPr/>
        </p:nvGrpSpPr>
        <p:grpSpPr>
          <a:xfrm>
            <a:off x="-109600" y="0"/>
            <a:ext cx="9353825" cy="5143500"/>
            <a:chOff x="-109600" y="0"/>
            <a:chExt cx="9353825" cy="5143500"/>
          </a:xfrm>
        </p:grpSpPr>
        <p:sp>
          <p:nvSpPr>
            <p:cNvPr id="428" name="Google Shape;428;p28"/>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28"/>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0" name="Google Shape;430;p28"/>
          <p:cNvGrpSpPr/>
          <p:nvPr/>
        </p:nvGrpSpPr>
        <p:grpSpPr>
          <a:xfrm>
            <a:off x="-357280" y="868100"/>
            <a:ext cx="10023705" cy="2484185"/>
            <a:chOff x="-357280" y="868100"/>
            <a:chExt cx="10023705" cy="2484185"/>
          </a:xfrm>
        </p:grpSpPr>
        <p:sp>
          <p:nvSpPr>
            <p:cNvPr id="431" name="Google Shape;431;p28"/>
            <p:cNvSpPr/>
            <p:nvPr/>
          </p:nvSpPr>
          <p:spPr>
            <a:xfrm>
              <a:off x="-357280" y="2613250"/>
              <a:ext cx="735459" cy="739035"/>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8"/>
            <p:cNvSpPr/>
            <p:nvPr/>
          </p:nvSpPr>
          <p:spPr>
            <a:xfrm>
              <a:off x="8430775" y="868100"/>
              <a:ext cx="1235650" cy="1241450"/>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3" name="Google Shape;433;p28"/>
          <p:cNvGrpSpPr/>
          <p:nvPr/>
        </p:nvGrpSpPr>
        <p:grpSpPr>
          <a:xfrm>
            <a:off x="465106" y="3616533"/>
            <a:ext cx="8423298" cy="1044598"/>
            <a:chOff x="465106" y="3616533"/>
            <a:chExt cx="8423298" cy="1044598"/>
          </a:xfrm>
        </p:grpSpPr>
        <p:sp>
          <p:nvSpPr>
            <p:cNvPr id="434" name="Google Shape;434;p28"/>
            <p:cNvSpPr/>
            <p:nvPr/>
          </p:nvSpPr>
          <p:spPr>
            <a:xfrm rot="5400000">
              <a:off x="465106" y="45468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28"/>
            <p:cNvSpPr/>
            <p:nvPr/>
          </p:nvSpPr>
          <p:spPr>
            <a:xfrm rot="5400000">
              <a:off x="8774156" y="361653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6" name="Google Shape;436;p28"/>
          <p:cNvSpPr txBox="1"/>
          <p:nvPr>
            <p:ph hasCustomPrompt="1" type="title"/>
          </p:nvPr>
        </p:nvSpPr>
        <p:spPr>
          <a:xfrm>
            <a:off x="1325650" y="2038350"/>
            <a:ext cx="13989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2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437" name="Google Shape;437;p28"/>
          <p:cNvSpPr txBox="1"/>
          <p:nvPr>
            <p:ph idx="1" type="subTitle"/>
          </p:nvPr>
        </p:nvSpPr>
        <p:spPr>
          <a:xfrm>
            <a:off x="938500" y="3552975"/>
            <a:ext cx="2173200" cy="881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438" name="Google Shape;438;p28"/>
          <p:cNvSpPr txBox="1"/>
          <p:nvPr>
            <p:ph idx="2" type="subTitle"/>
          </p:nvPr>
        </p:nvSpPr>
        <p:spPr>
          <a:xfrm>
            <a:off x="938500" y="3208350"/>
            <a:ext cx="2173200" cy="5055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2400"/>
              <a:buFont typeface="DM Sans"/>
              <a:buNone/>
              <a:defRPr b="1" sz="2400">
                <a:solidFill>
                  <a:schemeClr val="dk1"/>
                </a:solidFill>
                <a:latin typeface="Archivo"/>
                <a:ea typeface="Archivo"/>
                <a:cs typeface="Archivo"/>
                <a:sym typeface="Archivo"/>
              </a:defRPr>
            </a:lvl1pPr>
            <a:lvl2pPr lvl="1"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2pPr>
            <a:lvl3pPr lvl="2"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3pPr>
            <a:lvl4pPr lvl="3"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4pPr>
            <a:lvl5pPr lvl="4"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5pPr>
            <a:lvl6pPr lvl="5"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6pPr>
            <a:lvl7pPr lvl="6"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7pPr>
            <a:lvl8pPr lvl="7"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8pPr>
            <a:lvl9pPr lvl="8"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9pPr>
          </a:lstStyle>
          <a:p/>
        </p:txBody>
      </p:sp>
      <p:sp>
        <p:nvSpPr>
          <p:cNvPr id="439" name="Google Shape;439;p28"/>
          <p:cNvSpPr txBox="1"/>
          <p:nvPr>
            <p:ph hasCustomPrompt="1" idx="3" type="title"/>
          </p:nvPr>
        </p:nvSpPr>
        <p:spPr>
          <a:xfrm>
            <a:off x="3873100" y="2038350"/>
            <a:ext cx="13977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2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440" name="Google Shape;440;p28"/>
          <p:cNvSpPr txBox="1"/>
          <p:nvPr>
            <p:ph idx="4" type="subTitle"/>
          </p:nvPr>
        </p:nvSpPr>
        <p:spPr>
          <a:xfrm>
            <a:off x="3485400" y="3552975"/>
            <a:ext cx="2173200" cy="881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441" name="Google Shape;441;p28"/>
          <p:cNvSpPr txBox="1"/>
          <p:nvPr>
            <p:ph idx="5" type="subTitle"/>
          </p:nvPr>
        </p:nvSpPr>
        <p:spPr>
          <a:xfrm>
            <a:off x="3485400" y="3208350"/>
            <a:ext cx="2173200" cy="5055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2400"/>
              <a:buFont typeface="DM Sans"/>
              <a:buNone/>
              <a:defRPr b="1" sz="2400">
                <a:solidFill>
                  <a:schemeClr val="dk1"/>
                </a:solidFill>
                <a:latin typeface="Archivo"/>
                <a:ea typeface="Archivo"/>
                <a:cs typeface="Archivo"/>
                <a:sym typeface="Archivo"/>
              </a:defRPr>
            </a:lvl1pPr>
            <a:lvl2pPr lvl="1"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2pPr>
            <a:lvl3pPr lvl="2"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3pPr>
            <a:lvl4pPr lvl="3"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4pPr>
            <a:lvl5pPr lvl="4"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5pPr>
            <a:lvl6pPr lvl="5"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6pPr>
            <a:lvl7pPr lvl="6"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7pPr>
            <a:lvl8pPr lvl="7"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8pPr>
            <a:lvl9pPr lvl="8"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9pPr>
          </a:lstStyle>
          <a:p/>
        </p:txBody>
      </p:sp>
      <p:sp>
        <p:nvSpPr>
          <p:cNvPr id="442" name="Google Shape;442;p28"/>
          <p:cNvSpPr txBox="1"/>
          <p:nvPr>
            <p:ph hasCustomPrompt="1" idx="6" type="title"/>
          </p:nvPr>
        </p:nvSpPr>
        <p:spPr>
          <a:xfrm>
            <a:off x="6417675" y="2038350"/>
            <a:ext cx="1397700" cy="406800"/>
          </a:xfrm>
          <a:prstGeom prst="rect">
            <a:avLst/>
          </a:prstGeom>
          <a:no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22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443" name="Google Shape;443;p28"/>
          <p:cNvSpPr txBox="1"/>
          <p:nvPr>
            <p:ph idx="7" type="subTitle"/>
          </p:nvPr>
        </p:nvSpPr>
        <p:spPr>
          <a:xfrm>
            <a:off x="6032300" y="3552975"/>
            <a:ext cx="2173200" cy="881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444" name="Google Shape;444;p28"/>
          <p:cNvSpPr txBox="1"/>
          <p:nvPr>
            <p:ph idx="8" type="subTitle"/>
          </p:nvPr>
        </p:nvSpPr>
        <p:spPr>
          <a:xfrm>
            <a:off x="6032300" y="3208350"/>
            <a:ext cx="2173200" cy="5055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2400"/>
              <a:buFont typeface="DM Sans"/>
              <a:buNone/>
              <a:defRPr b="1" sz="2400">
                <a:solidFill>
                  <a:schemeClr val="dk1"/>
                </a:solidFill>
                <a:latin typeface="Archivo"/>
                <a:ea typeface="Archivo"/>
                <a:cs typeface="Archivo"/>
                <a:sym typeface="Archivo"/>
              </a:defRPr>
            </a:lvl1pPr>
            <a:lvl2pPr lvl="1"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2pPr>
            <a:lvl3pPr lvl="2"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3pPr>
            <a:lvl4pPr lvl="3"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4pPr>
            <a:lvl5pPr lvl="4"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5pPr>
            <a:lvl6pPr lvl="5"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6pPr>
            <a:lvl7pPr lvl="6"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7pPr>
            <a:lvl8pPr lvl="7"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8pPr>
            <a:lvl9pPr lvl="8" rtl="0" algn="ctr">
              <a:lnSpc>
                <a:spcPct val="100000"/>
              </a:lnSpc>
              <a:spcBef>
                <a:spcPts val="0"/>
              </a:spcBef>
              <a:spcAft>
                <a:spcPts val="0"/>
              </a:spcAft>
              <a:buClr>
                <a:schemeClr val="dk1"/>
              </a:buClr>
              <a:buSzPts val="2400"/>
              <a:buFont typeface="DM Sans"/>
              <a:buNone/>
              <a:defRPr b="1" sz="2400">
                <a:solidFill>
                  <a:schemeClr val="dk1"/>
                </a:solidFill>
                <a:latin typeface="DM Sans"/>
                <a:ea typeface="DM Sans"/>
                <a:cs typeface="DM Sans"/>
                <a:sym typeface="DM Sans"/>
              </a:defRPr>
            </a:lvl9pPr>
          </a:lstStyle>
          <a:p/>
        </p:txBody>
      </p:sp>
      <p:sp>
        <p:nvSpPr>
          <p:cNvPr id="445" name="Google Shape;445;p28"/>
          <p:cNvSpPr txBox="1"/>
          <p:nvPr>
            <p:ph idx="9"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446" name="Shape 446"/>
        <p:cNvGrpSpPr/>
        <p:nvPr/>
      </p:nvGrpSpPr>
      <p:grpSpPr>
        <a:xfrm>
          <a:off x="0" y="0"/>
          <a:ext cx="0" cy="0"/>
          <a:chOff x="0" y="0"/>
          <a:chExt cx="0" cy="0"/>
        </a:xfrm>
      </p:grpSpPr>
      <p:sp>
        <p:nvSpPr>
          <p:cNvPr id="447" name="Google Shape;447;p29"/>
          <p:cNvSpPr/>
          <p:nvPr/>
        </p:nvSpPr>
        <p:spPr>
          <a:xfrm rot="10800000">
            <a:off x="7801270" y="3742023"/>
            <a:ext cx="1342725" cy="1393450"/>
          </a:xfrm>
          <a:custGeom>
            <a:rect b="b" l="l" r="r" t="t"/>
            <a:pathLst>
              <a:path extrusionOk="0" h="55738" w="53709">
                <a:moveTo>
                  <a:pt x="33918" y="1"/>
                </a:moveTo>
                <a:cubicBezTo>
                  <a:pt x="33532" y="18979"/>
                  <a:pt x="18715" y="34466"/>
                  <a:pt x="1" y="35927"/>
                </a:cubicBezTo>
                <a:lnTo>
                  <a:pt x="1" y="55738"/>
                </a:lnTo>
                <a:cubicBezTo>
                  <a:pt x="29635" y="54256"/>
                  <a:pt x="53302" y="29879"/>
                  <a:pt x="537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29"/>
          <p:cNvSpPr/>
          <p:nvPr/>
        </p:nvSpPr>
        <p:spPr>
          <a:xfrm rot="10800000">
            <a:off x="8930966" y="1887363"/>
            <a:ext cx="735459" cy="739035"/>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29"/>
          <p:cNvSpPr/>
          <p:nvPr/>
        </p:nvSpPr>
        <p:spPr>
          <a:xfrm rot="-5400000">
            <a:off x="415936" y="728217"/>
            <a:ext cx="115101" cy="115144"/>
          </a:xfrm>
          <a:custGeom>
            <a:rect b="b" l="l" r="r" t="t"/>
            <a:pathLst>
              <a:path extrusionOk="0" h="2701" w="2700">
                <a:moveTo>
                  <a:pt x="1279" y="1"/>
                </a:moveTo>
                <a:cubicBezTo>
                  <a:pt x="1137" y="1"/>
                  <a:pt x="1035" y="102"/>
                  <a:pt x="1035" y="244"/>
                </a:cubicBezTo>
                <a:lnTo>
                  <a:pt x="1035" y="1036"/>
                </a:lnTo>
                <a:lnTo>
                  <a:pt x="244" y="1036"/>
                </a:lnTo>
                <a:cubicBezTo>
                  <a:pt x="102" y="1036"/>
                  <a:pt x="0" y="1137"/>
                  <a:pt x="0" y="1279"/>
                </a:cubicBezTo>
                <a:lnTo>
                  <a:pt x="0" y="1442"/>
                </a:lnTo>
                <a:cubicBezTo>
                  <a:pt x="0" y="1564"/>
                  <a:pt x="102" y="1665"/>
                  <a:pt x="244" y="1665"/>
                </a:cubicBezTo>
                <a:lnTo>
                  <a:pt x="1035" y="1665"/>
                </a:lnTo>
                <a:lnTo>
                  <a:pt x="1035" y="2457"/>
                </a:lnTo>
                <a:cubicBezTo>
                  <a:pt x="1035" y="2599"/>
                  <a:pt x="1137" y="2700"/>
                  <a:pt x="1279" y="2700"/>
                </a:cubicBezTo>
                <a:lnTo>
                  <a:pt x="1421" y="2700"/>
                </a:lnTo>
                <a:cubicBezTo>
                  <a:pt x="1563" y="2700"/>
                  <a:pt x="1665" y="2599"/>
                  <a:pt x="1665" y="2457"/>
                </a:cubicBezTo>
                <a:lnTo>
                  <a:pt x="1665" y="1665"/>
                </a:lnTo>
                <a:lnTo>
                  <a:pt x="2456" y="1665"/>
                </a:lnTo>
                <a:cubicBezTo>
                  <a:pt x="2598" y="1665"/>
                  <a:pt x="2700" y="1564"/>
                  <a:pt x="2700" y="1442"/>
                </a:cubicBezTo>
                <a:lnTo>
                  <a:pt x="2700" y="1279"/>
                </a:lnTo>
                <a:cubicBezTo>
                  <a:pt x="2700" y="1137"/>
                  <a:pt x="2598" y="1036"/>
                  <a:pt x="2456" y="1036"/>
                </a:cubicBezTo>
                <a:lnTo>
                  <a:pt x="1665" y="1036"/>
                </a:lnTo>
                <a:lnTo>
                  <a:pt x="1665" y="244"/>
                </a:lnTo>
                <a:cubicBezTo>
                  <a:pt x="1665" y="102"/>
                  <a:pt x="1563" y="1"/>
                  <a:pt x="142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0" name="Google Shape;450;p29"/>
          <p:cNvGrpSpPr/>
          <p:nvPr/>
        </p:nvGrpSpPr>
        <p:grpSpPr>
          <a:xfrm>
            <a:off x="-109600" y="0"/>
            <a:ext cx="9353825" cy="5143500"/>
            <a:chOff x="-109600" y="0"/>
            <a:chExt cx="9353825" cy="5143500"/>
          </a:xfrm>
        </p:grpSpPr>
        <p:sp>
          <p:nvSpPr>
            <p:cNvPr id="451" name="Google Shape;451;p29"/>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9"/>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3" name="Google Shape;453;p29"/>
          <p:cNvSpPr txBox="1"/>
          <p:nvPr>
            <p:ph type="title"/>
          </p:nvPr>
        </p:nvSpPr>
        <p:spPr>
          <a:xfrm>
            <a:off x="2347938" y="677525"/>
            <a:ext cx="4448100" cy="1058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sz="6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54" name="Google Shape;454;p29"/>
          <p:cNvSpPr txBox="1"/>
          <p:nvPr>
            <p:ph idx="1" type="subTitle"/>
          </p:nvPr>
        </p:nvSpPr>
        <p:spPr>
          <a:xfrm>
            <a:off x="2347900" y="1841450"/>
            <a:ext cx="4448100" cy="105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55" name="Google Shape;455;p29"/>
          <p:cNvSpPr txBox="1"/>
          <p:nvPr/>
        </p:nvSpPr>
        <p:spPr>
          <a:xfrm>
            <a:off x="2099100" y="3764350"/>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Assistant"/>
                <a:ea typeface="Assistant"/>
                <a:cs typeface="Assistant"/>
                <a:sym typeface="Assistant"/>
              </a:rPr>
              <a:t>CREDITS:</a:t>
            </a:r>
            <a:r>
              <a:rPr lang="en" sz="1200">
                <a:solidFill>
                  <a:schemeClr val="dk1"/>
                </a:solidFill>
                <a:latin typeface="Assistant"/>
                <a:ea typeface="Assistant"/>
                <a:cs typeface="Assistant"/>
                <a:sym typeface="Assistant"/>
              </a:rPr>
              <a:t> This presentation template was created by </a:t>
            </a:r>
            <a:r>
              <a:rPr b="1" lang="en" sz="1200" u="sng">
                <a:solidFill>
                  <a:schemeClr val="hlink"/>
                </a:solidFill>
                <a:latin typeface="Assistant"/>
                <a:ea typeface="Assistant"/>
                <a:cs typeface="Assistant"/>
                <a:sym typeface="Assistant"/>
                <a:hlinkClick r:id="rId2"/>
              </a:rPr>
              <a:t>Slidesgo</a:t>
            </a:r>
            <a:r>
              <a:rPr lang="en" sz="1200">
                <a:solidFill>
                  <a:schemeClr val="dk1"/>
                </a:solidFill>
                <a:latin typeface="Assistant"/>
                <a:ea typeface="Assistant"/>
                <a:cs typeface="Assistant"/>
                <a:sym typeface="Assistant"/>
              </a:rPr>
              <a:t>, and includes icons by </a:t>
            </a:r>
            <a:r>
              <a:rPr b="1" lang="en" sz="1200" u="sng">
                <a:solidFill>
                  <a:schemeClr val="dk1"/>
                </a:solidFill>
                <a:latin typeface="Assistant"/>
                <a:ea typeface="Assistant"/>
                <a:cs typeface="Assistant"/>
                <a:sym typeface="Assistant"/>
                <a:hlinkClick r:id="rId3">
                  <a:extLst>
                    <a:ext uri="{A12FA001-AC4F-418D-AE19-62706E023703}">
                      <ahyp:hlinkClr val="tx"/>
                    </a:ext>
                  </a:extLst>
                </a:hlinkClick>
              </a:rPr>
              <a:t>Flaticon</a:t>
            </a:r>
            <a:r>
              <a:rPr lang="en" sz="1200">
                <a:solidFill>
                  <a:schemeClr val="dk1"/>
                </a:solidFill>
                <a:latin typeface="Assistant"/>
                <a:ea typeface="Assistant"/>
                <a:cs typeface="Assistant"/>
                <a:sym typeface="Assistant"/>
              </a:rPr>
              <a:t>, and infographics &amp; images by </a:t>
            </a:r>
            <a:r>
              <a:rPr b="1" lang="en" sz="1200" u="sng">
                <a:solidFill>
                  <a:schemeClr val="dk1"/>
                </a:solidFill>
                <a:latin typeface="Assistant"/>
                <a:ea typeface="Assistant"/>
                <a:cs typeface="Assistant"/>
                <a:sym typeface="Assistant"/>
                <a:hlinkClick r:id="rId4">
                  <a:extLst>
                    <a:ext uri="{A12FA001-AC4F-418D-AE19-62706E023703}">
                      <ahyp:hlinkClr val="tx"/>
                    </a:ext>
                  </a:extLst>
                </a:hlinkClick>
              </a:rPr>
              <a:t>Freepik</a:t>
            </a:r>
            <a:r>
              <a:rPr lang="en" sz="1200" u="sng">
                <a:solidFill>
                  <a:schemeClr val="dk1"/>
                </a:solidFill>
                <a:latin typeface="Assistant"/>
                <a:ea typeface="Assistant"/>
                <a:cs typeface="Assistant"/>
                <a:sym typeface="Assistant"/>
              </a:rPr>
              <a:t> </a:t>
            </a:r>
            <a:endParaRPr b="1" sz="1200" u="sng">
              <a:solidFill>
                <a:schemeClr val="dk1"/>
              </a:solidFill>
              <a:latin typeface="Assistant"/>
              <a:ea typeface="Assistant"/>
              <a:cs typeface="Assistant"/>
              <a:sym typeface="Assistant"/>
            </a:endParaRPr>
          </a:p>
        </p:txBody>
      </p:sp>
      <p:sp>
        <p:nvSpPr>
          <p:cNvPr id="456" name="Google Shape;456;p29"/>
          <p:cNvSpPr/>
          <p:nvPr/>
        </p:nvSpPr>
        <p:spPr>
          <a:xfrm rot="10800000">
            <a:off x="-357280" y="3130098"/>
            <a:ext cx="1235650" cy="1241450"/>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457" name="Shape 457"/>
        <p:cNvGrpSpPr/>
        <p:nvPr/>
      </p:nvGrpSpPr>
      <p:grpSpPr>
        <a:xfrm>
          <a:off x="0" y="0"/>
          <a:ext cx="0" cy="0"/>
          <a:chOff x="0" y="0"/>
          <a:chExt cx="0" cy="0"/>
        </a:xfrm>
      </p:grpSpPr>
      <p:grpSp>
        <p:nvGrpSpPr>
          <p:cNvPr id="458" name="Google Shape;458;p30"/>
          <p:cNvGrpSpPr/>
          <p:nvPr/>
        </p:nvGrpSpPr>
        <p:grpSpPr>
          <a:xfrm>
            <a:off x="-109600" y="0"/>
            <a:ext cx="9353825" cy="5143500"/>
            <a:chOff x="-109600" y="0"/>
            <a:chExt cx="9353825" cy="5143500"/>
          </a:xfrm>
        </p:grpSpPr>
        <p:sp>
          <p:nvSpPr>
            <p:cNvPr id="459" name="Google Shape;459;p30"/>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30"/>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1" name="Google Shape;461;p30"/>
          <p:cNvGrpSpPr/>
          <p:nvPr/>
        </p:nvGrpSpPr>
        <p:grpSpPr>
          <a:xfrm>
            <a:off x="223231" y="808883"/>
            <a:ext cx="8696348" cy="347248"/>
            <a:chOff x="223231" y="808883"/>
            <a:chExt cx="8696348" cy="347248"/>
          </a:xfrm>
        </p:grpSpPr>
        <p:sp>
          <p:nvSpPr>
            <p:cNvPr id="462" name="Google Shape;462;p30"/>
            <p:cNvSpPr/>
            <p:nvPr/>
          </p:nvSpPr>
          <p:spPr>
            <a:xfrm rot="5400000">
              <a:off x="223231" y="10418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30"/>
            <p:cNvSpPr/>
            <p:nvPr/>
          </p:nvSpPr>
          <p:spPr>
            <a:xfrm rot="5400000">
              <a:off x="8805331" y="8088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4" name="Google Shape;464;p30"/>
          <p:cNvSpPr/>
          <p:nvPr/>
        </p:nvSpPr>
        <p:spPr>
          <a:xfrm>
            <a:off x="8519695" y="2489050"/>
            <a:ext cx="735459" cy="739035"/>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5" name="Google Shape;465;p30"/>
          <p:cNvGrpSpPr/>
          <p:nvPr/>
        </p:nvGrpSpPr>
        <p:grpSpPr>
          <a:xfrm>
            <a:off x="252450" y="286275"/>
            <a:ext cx="7279963" cy="4500263"/>
            <a:chOff x="252450" y="286275"/>
            <a:chExt cx="7279963" cy="4500263"/>
          </a:xfrm>
        </p:grpSpPr>
        <p:grpSp>
          <p:nvGrpSpPr>
            <p:cNvPr id="466" name="Google Shape;466;p30"/>
            <p:cNvGrpSpPr/>
            <p:nvPr/>
          </p:nvGrpSpPr>
          <p:grpSpPr>
            <a:xfrm>
              <a:off x="252450" y="286275"/>
              <a:ext cx="921550" cy="253225"/>
              <a:chOff x="5690050" y="3400200"/>
              <a:chExt cx="921550" cy="253225"/>
            </a:xfrm>
          </p:grpSpPr>
          <p:sp>
            <p:nvSpPr>
              <p:cNvPr id="467" name="Google Shape;467;p30"/>
              <p:cNvSpPr/>
              <p:nvPr/>
            </p:nvSpPr>
            <p:spPr>
              <a:xfrm>
                <a:off x="5690050"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5" y="2172"/>
                      <a:pt x="2173" y="1685"/>
                      <a:pt x="2173" y="1076"/>
                    </a:cubicBezTo>
                    <a:cubicBezTo>
                      <a:pt x="2173" y="487"/>
                      <a:pt x="1685"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0"/>
              <p:cNvSpPr/>
              <p:nvPr/>
            </p:nvSpPr>
            <p:spPr>
              <a:xfrm>
                <a:off x="5906725"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6" y="2172"/>
                      <a:pt x="2173" y="1685"/>
                      <a:pt x="2173" y="1076"/>
                    </a:cubicBezTo>
                    <a:cubicBezTo>
                      <a:pt x="2173" y="487"/>
                      <a:pt x="168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30"/>
              <p:cNvSpPr/>
              <p:nvPr/>
            </p:nvSpPr>
            <p:spPr>
              <a:xfrm>
                <a:off x="6123400"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6" y="2172"/>
                      <a:pt x="2173" y="1685"/>
                      <a:pt x="2173" y="1076"/>
                    </a:cubicBezTo>
                    <a:cubicBezTo>
                      <a:pt x="2173" y="487"/>
                      <a:pt x="168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0"/>
              <p:cNvSpPr/>
              <p:nvPr/>
            </p:nvSpPr>
            <p:spPr>
              <a:xfrm>
                <a:off x="6340075" y="3400200"/>
                <a:ext cx="54850" cy="54325"/>
              </a:xfrm>
              <a:custGeom>
                <a:rect b="b" l="l" r="r" t="t"/>
                <a:pathLst>
                  <a:path extrusionOk="0" h="2173" w="2194">
                    <a:moveTo>
                      <a:pt x="1097" y="0"/>
                    </a:moveTo>
                    <a:cubicBezTo>
                      <a:pt x="488" y="0"/>
                      <a:pt x="1" y="487"/>
                      <a:pt x="1" y="1076"/>
                    </a:cubicBezTo>
                    <a:cubicBezTo>
                      <a:pt x="1" y="1685"/>
                      <a:pt x="488" y="2172"/>
                      <a:pt x="1097" y="2172"/>
                    </a:cubicBezTo>
                    <a:cubicBezTo>
                      <a:pt x="1706" y="2172"/>
                      <a:pt x="2193" y="1685"/>
                      <a:pt x="2193" y="1076"/>
                    </a:cubicBezTo>
                    <a:cubicBezTo>
                      <a:pt x="2193" y="487"/>
                      <a:pt x="170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30"/>
              <p:cNvSpPr/>
              <p:nvPr/>
            </p:nvSpPr>
            <p:spPr>
              <a:xfrm>
                <a:off x="6556775" y="3400200"/>
                <a:ext cx="54825" cy="54325"/>
              </a:xfrm>
              <a:custGeom>
                <a:rect b="b" l="l" r="r" t="t"/>
                <a:pathLst>
                  <a:path extrusionOk="0" h="2173" w="2193">
                    <a:moveTo>
                      <a:pt x="1096" y="0"/>
                    </a:moveTo>
                    <a:cubicBezTo>
                      <a:pt x="487" y="0"/>
                      <a:pt x="0" y="487"/>
                      <a:pt x="0" y="1076"/>
                    </a:cubicBezTo>
                    <a:cubicBezTo>
                      <a:pt x="0" y="1685"/>
                      <a:pt x="487" y="2172"/>
                      <a:pt x="1096" y="2172"/>
                    </a:cubicBezTo>
                    <a:cubicBezTo>
                      <a:pt x="1705" y="2172"/>
                      <a:pt x="2192" y="1685"/>
                      <a:pt x="2192" y="1076"/>
                    </a:cubicBezTo>
                    <a:cubicBezTo>
                      <a:pt x="2192" y="487"/>
                      <a:pt x="1705" y="0"/>
                      <a:pt x="10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30"/>
              <p:cNvSpPr/>
              <p:nvPr/>
            </p:nvSpPr>
            <p:spPr>
              <a:xfrm>
                <a:off x="5690050"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5" y="2193"/>
                      <a:pt x="2173" y="1706"/>
                      <a:pt x="2173" y="1097"/>
                    </a:cubicBezTo>
                    <a:cubicBezTo>
                      <a:pt x="2173" y="488"/>
                      <a:pt x="1685"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0"/>
              <p:cNvSpPr/>
              <p:nvPr/>
            </p:nvSpPr>
            <p:spPr>
              <a:xfrm>
                <a:off x="5906725"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6" y="2193"/>
                      <a:pt x="2173" y="1706"/>
                      <a:pt x="2173" y="1097"/>
                    </a:cubicBezTo>
                    <a:cubicBezTo>
                      <a:pt x="2173" y="488"/>
                      <a:pt x="168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30"/>
              <p:cNvSpPr/>
              <p:nvPr/>
            </p:nvSpPr>
            <p:spPr>
              <a:xfrm>
                <a:off x="6123400"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6" y="2193"/>
                      <a:pt x="2173" y="1706"/>
                      <a:pt x="2173" y="1097"/>
                    </a:cubicBezTo>
                    <a:cubicBezTo>
                      <a:pt x="2173" y="488"/>
                      <a:pt x="168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30"/>
              <p:cNvSpPr/>
              <p:nvPr/>
            </p:nvSpPr>
            <p:spPr>
              <a:xfrm>
                <a:off x="6340075" y="3598600"/>
                <a:ext cx="54850" cy="54825"/>
              </a:xfrm>
              <a:custGeom>
                <a:rect b="b" l="l" r="r" t="t"/>
                <a:pathLst>
                  <a:path extrusionOk="0" h="2193" w="2194">
                    <a:moveTo>
                      <a:pt x="1097" y="1"/>
                    </a:moveTo>
                    <a:cubicBezTo>
                      <a:pt x="488" y="1"/>
                      <a:pt x="1" y="488"/>
                      <a:pt x="1" y="1097"/>
                    </a:cubicBezTo>
                    <a:cubicBezTo>
                      <a:pt x="1" y="1706"/>
                      <a:pt x="488" y="2193"/>
                      <a:pt x="1097" y="2193"/>
                    </a:cubicBezTo>
                    <a:cubicBezTo>
                      <a:pt x="1706" y="2193"/>
                      <a:pt x="2193" y="1706"/>
                      <a:pt x="2193" y="1097"/>
                    </a:cubicBezTo>
                    <a:cubicBezTo>
                      <a:pt x="2193" y="488"/>
                      <a:pt x="170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30"/>
              <p:cNvSpPr/>
              <p:nvPr/>
            </p:nvSpPr>
            <p:spPr>
              <a:xfrm>
                <a:off x="6556775" y="3598600"/>
                <a:ext cx="54825" cy="54825"/>
              </a:xfrm>
              <a:custGeom>
                <a:rect b="b" l="l" r="r" t="t"/>
                <a:pathLst>
                  <a:path extrusionOk="0" h="2193" w="2193">
                    <a:moveTo>
                      <a:pt x="1096" y="1"/>
                    </a:moveTo>
                    <a:cubicBezTo>
                      <a:pt x="487" y="1"/>
                      <a:pt x="0" y="488"/>
                      <a:pt x="0" y="1097"/>
                    </a:cubicBezTo>
                    <a:cubicBezTo>
                      <a:pt x="0" y="1706"/>
                      <a:pt x="487" y="2193"/>
                      <a:pt x="1096" y="2193"/>
                    </a:cubicBezTo>
                    <a:cubicBezTo>
                      <a:pt x="1705" y="2193"/>
                      <a:pt x="2192" y="1706"/>
                      <a:pt x="2192" y="1097"/>
                    </a:cubicBezTo>
                    <a:cubicBezTo>
                      <a:pt x="2192" y="488"/>
                      <a:pt x="1705"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7" name="Google Shape;477;p30"/>
            <p:cNvGrpSpPr/>
            <p:nvPr/>
          </p:nvGrpSpPr>
          <p:grpSpPr>
            <a:xfrm>
              <a:off x="6401788" y="4671838"/>
              <a:ext cx="1130625" cy="114700"/>
              <a:chOff x="3233525" y="2786700"/>
              <a:chExt cx="1130625" cy="114700"/>
            </a:xfrm>
          </p:grpSpPr>
          <p:sp>
            <p:nvSpPr>
              <p:cNvPr id="478" name="Google Shape;478;p30"/>
              <p:cNvSpPr/>
              <p:nvPr/>
            </p:nvSpPr>
            <p:spPr>
              <a:xfrm>
                <a:off x="3233525" y="2786700"/>
                <a:ext cx="114725" cy="114700"/>
              </a:xfrm>
              <a:custGeom>
                <a:rect b="b" l="l" r="r" t="t"/>
                <a:pathLst>
                  <a:path extrusionOk="0" h="4588" w="4589">
                    <a:moveTo>
                      <a:pt x="2295" y="0"/>
                    </a:moveTo>
                    <a:cubicBezTo>
                      <a:pt x="1036" y="0"/>
                      <a:pt x="1" y="1015"/>
                      <a:pt x="1" y="2294"/>
                    </a:cubicBezTo>
                    <a:cubicBezTo>
                      <a:pt x="1" y="3553"/>
                      <a:pt x="1036" y="4588"/>
                      <a:pt x="2295" y="4588"/>
                    </a:cubicBezTo>
                    <a:cubicBezTo>
                      <a:pt x="3573" y="4588"/>
                      <a:pt x="4588" y="3553"/>
                      <a:pt x="4588" y="2294"/>
                    </a:cubicBezTo>
                    <a:cubicBezTo>
                      <a:pt x="4588" y="1015"/>
                      <a:pt x="3573" y="0"/>
                      <a:pt x="2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0"/>
              <p:cNvSpPr/>
              <p:nvPr/>
            </p:nvSpPr>
            <p:spPr>
              <a:xfrm>
                <a:off x="3487775" y="2786700"/>
                <a:ext cx="114700" cy="114700"/>
              </a:xfrm>
              <a:custGeom>
                <a:rect b="b" l="l" r="r" t="t"/>
                <a:pathLst>
                  <a:path extrusionOk="0" h="4588" w="4588">
                    <a:moveTo>
                      <a:pt x="2294" y="0"/>
                    </a:moveTo>
                    <a:cubicBezTo>
                      <a:pt x="1015" y="0"/>
                      <a:pt x="0" y="1015"/>
                      <a:pt x="0" y="2294"/>
                    </a:cubicBezTo>
                    <a:cubicBezTo>
                      <a:pt x="0" y="3553"/>
                      <a:pt x="1015" y="4588"/>
                      <a:pt x="2294" y="4588"/>
                    </a:cubicBezTo>
                    <a:cubicBezTo>
                      <a:pt x="3552" y="4588"/>
                      <a:pt x="4587" y="3553"/>
                      <a:pt x="4587" y="2294"/>
                    </a:cubicBezTo>
                    <a:cubicBezTo>
                      <a:pt x="4587" y="1015"/>
                      <a:pt x="3552"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30"/>
              <p:cNvSpPr/>
              <p:nvPr/>
            </p:nvSpPr>
            <p:spPr>
              <a:xfrm>
                <a:off x="3741475" y="2786700"/>
                <a:ext cx="114725" cy="114700"/>
              </a:xfrm>
              <a:custGeom>
                <a:rect b="b" l="l" r="r" t="t"/>
                <a:pathLst>
                  <a:path extrusionOk="0" h="4588" w="4589">
                    <a:moveTo>
                      <a:pt x="2294" y="0"/>
                    </a:moveTo>
                    <a:cubicBezTo>
                      <a:pt x="1036" y="0"/>
                      <a:pt x="1" y="1015"/>
                      <a:pt x="1" y="2294"/>
                    </a:cubicBezTo>
                    <a:cubicBezTo>
                      <a:pt x="1" y="3553"/>
                      <a:pt x="1036" y="4588"/>
                      <a:pt x="2294" y="4588"/>
                    </a:cubicBezTo>
                    <a:cubicBezTo>
                      <a:pt x="3553" y="4588"/>
                      <a:pt x="4588" y="3553"/>
                      <a:pt x="4588" y="2294"/>
                    </a:cubicBezTo>
                    <a:cubicBezTo>
                      <a:pt x="4588" y="1015"/>
                      <a:pt x="3553"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30"/>
              <p:cNvSpPr/>
              <p:nvPr/>
            </p:nvSpPr>
            <p:spPr>
              <a:xfrm>
                <a:off x="3995700" y="2786700"/>
                <a:ext cx="114200" cy="114700"/>
              </a:xfrm>
              <a:custGeom>
                <a:rect b="b" l="l" r="r" t="t"/>
                <a:pathLst>
                  <a:path extrusionOk="0" h="4588" w="4568">
                    <a:moveTo>
                      <a:pt x="2274" y="0"/>
                    </a:moveTo>
                    <a:cubicBezTo>
                      <a:pt x="1016" y="0"/>
                      <a:pt x="1" y="1015"/>
                      <a:pt x="1" y="2294"/>
                    </a:cubicBezTo>
                    <a:cubicBezTo>
                      <a:pt x="1" y="3553"/>
                      <a:pt x="1016" y="4588"/>
                      <a:pt x="2274" y="4588"/>
                    </a:cubicBezTo>
                    <a:cubicBezTo>
                      <a:pt x="3553" y="4588"/>
                      <a:pt x="4568" y="3553"/>
                      <a:pt x="4568" y="2294"/>
                    </a:cubicBezTo>
                    <a:cubicBezTo>
                      <a:pt x="4568" y="1015"/>
                      <a:pt x="3553" y="0"/>
                      <a:pt x="227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0"/>
              <p:cNvSpPr/>
              <p:nvPr/>
            </p:nvSpPr>
            <p:spPr>
              <a:xfrm>
                <a:off x="4249425" y="2786700"/>
                <a:ext cx="114725" cy="114700"/>
              </a:xfrm>
              <a:custGeom>
                <a:rect b="b" l="l" r="r" t="t"/>
                <a:pathLst>
                  <a:path extrusionOk="0" h="4588" w="4589">
                    <a:moveTo>
                      <a:pt x="2294" y="0"/>
                    </a:moveTo>
                    <a:cubicBezTo>
                      <a:pt x="1016" y="0"/>
                      <a:pt x="1" y="1015"/>
                      <a:pt x="1" y="2294"/>
                    </a:cubicBezTo>
                    <a:cubicBezTo>
                      <a:pt x="1" y="3553"/>
                      <a:pt x="1016" y="4588"/>
                      <a:pt x="2294" y="4588"/>
                    </a:cubicBezTo>
                    <a:cubicBezTo>
                      <a:pt x="3553" y="4588"/>
                      <a:pt x="4588" y="3553"/>
                      <a:pt x="4588" y="2294"/>
                    </a:cubicBezTo>
                    <a:cubicBezTo>
                      <a:pt x="4588" y="1015"/>
                      <a:pt x="3553"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483" name="Shape 483"/>
        <p:cNvGrpSpPr/>
        <p:nvPr/>
      </p:nvGrpSpPr>
      <p:grpSpPr>
        <a:xfrm>
          <a:off x="0" y="0"/>
          <a:ext cx="0" cy="0"/>
          <a:chOff x="0" y="0"/>
          <a:chExt cx="0" cy="0"/>
        </a:xfrm>
      </p:grpSpPr>
      <p:grpSp>
        <p:nvGrpSpPr>
          <p:cNvPr id="484" name="Google Shape;484;p31"/>
          <p:cNvGrpSpPr/>
          <p:nvPr/>
        </p:nvGrpSpPr>
        <p:grpSpPr>
          <a:xfrm>
            <a:off x="-109600" y="0"/>
            <a:ext cx="9353825" cy="5143500"/>
            <a:chOff x="-109600" y="0"/>
            <a:chExt cx="9353825" cy="5143500"/>
          </a:xfrm>
        </p:grpSpPr>
        <p:sp>
          <p:nvSpPr>
            <p:cNvPr id="485" name="Google Shape;485;p31"/>
            <p:cNvSpPr/>
            <p:nvPr/>
          </p:nvSpPr>
          <p:spPr>
            <a:xfrm>
              <a:off x="-109600" y="499470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31"/>
            <p:cNvSpPr/>
            <p:nvPr/>
          </p:nvSpPr>
          <p:spPr>
            <a:xfrm>
              <a:off x="-100175" y="0"/>
              <a:ext cx="9344400" cy="1488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7" name="Google Shape;487;p31"/>
          <p:cNvSpPr/>
          <p:nvPr/>
        </p:nvSpPr>
        <p:spPr>
          <a:xfrm rot="5400000">
            <a:off x="223231" y="1041883"/>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31"/>
          <p:cNvSpPr/>
          <p:nvPr/>
        </p:nvSpPr>
        <p:spPr>
          <a:xfrm>
            <a:off x="-87380" y="2493788"/>
            <a:ext cx="735459" cy="739035"/>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89" name="Google Shape;489;p31"/>
          <p:cNvGrpSpPr/>
          <p:nvPr/>
        </p:nvGrpSpPr>
        <p:grpSpPr>
          <a:xfrm>
            <a:off x="824788" y="4695838"/>
            <a:ext cx="1130625" cy="114700"/>
            <a:chOff x="3233525" y="2786700"/>
            <a:chExt cx="1130625" cy="114700"/>
          </a:xfrm>
        </p:grpSpPr>
        <p:sp>
          <p:nvSpPr>
            <p:cNvPr id="490" name="Google Shape;490;p31"/>
            <p:cNvSpPr/>
            <p:nvPr/>
          </p:nvSpPr>
          <p:spPr>
            <a:xfrm>
              <a:off x="3233525" y="2786700"/>
              <a:ext cx="114725" cy="114700"/>
            </a:xfrm>
            <a:custGeom>
              <a:rect b="b" l="l" r="r" t="t"/>
              <a:pathLst>
                <a:path extrusionOk="0" h="4588" w="4589">
                  <a:moveTo>
                    <a:pt x="2295" y="0"/>
                  </a:moveTo>
                  <a:cubicBezTo>
                    <a:pt x="1036" y="0"/>
                    <a:pt x="1" y="1015"/>
                    <a:pt x="1" y="2294"/>
                  </a:cubicBezTo>
                  <a:cubicBezTo>
                    <a:pt x="1" y="3553"/>
                    <a:pt x="1036" y="4588"/>
                    <a:pt x="2295" y="4588"/>
                  </a:cubicBezTo>
                  <a:cubicBezTo>
                    <a:pt x="3573" y="4588"/>
                    <a:pt x="4588" y="3553"/>
                    <a:pt x="4588" y="2294"/>
                  </a:cubicBezTo>
                  <a:cubicBezTo>
                    <a:pt x="4588" y="1015"/>
                    <a:pt x="3573" y="0"/>
                    <a:pt x="2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1"/>
            <p:cNvSpPr/>
            <p:nvPr/>
          </p:nvSpPr>
          <p:spPr>
            <a:xfrm>
              <a:off x="3487775" y="2786700"/>
              <a:ext cx="114700" cy="114700"/>
            </a:xfrm>
            <a:custGeom>
              <a:rect b="b" l="l" r="r" t="t"/>
              <a:pathLst>
                <a:path extrusionOk="0" h="4588" w="4588">
                  <a:moveTo>
                    <a:pt x="2294" y="0"/>
                  </a:moveTo>
                  <a:cubicBezTo>
                    <a:pt x="1015" y="0"/>
                    <a:pt x="0" y="1015"/>
                    <a:pt x="0" y="2294"/>
                  </a:cubicBezTo>
                  <a:cubicBezTo>
                    <a:pt x="0" y="3553"/>
                    <a:pt x="1015" y="4588"/>
                    <a:pt x="2294" y="4588"/>
                  </a:cubicBezTo>
                  <a:cubicBezTo>
                    <a:pt x="3552" y="4588"/>
                    <a:pt x="4587" y="3553"/>
                    <a:pt x="4587" y="2294"/>
                  </a:cubicBezTo>
                  <a:cubicBezTo>
                    <a:pt x="4587" y="1015"/>
                    <a:pt x="3552"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1"/>
            <p:cNvSpPr/>
            <p:nvPr/>
          </p:nvSpPr>
          <p:spPr>
            <a:xfrm>
              <a:off x="3741475" y="2786700"/>
              <a:ext cx="114725" cy="114700"/>
            </a:xfrm>
            <a:custGeom>
              <a:rect b="b" l="l" r="r" t="t"/>
              <a:pathLst>
                <a:path extrusionOk="0" h="4588" w="4589">
                  <a:moveTo>
                    <a:pt x="2294" y="0"/>
                  </a:moveTo>
                  <a:cubicBezTo>
                    <a:pt x="1036" y="0"/>
                    <a:pt x="1" y="1015"/>
                    <a:pt x="1" y="2294"/>
                  </a:cubicBezTo>
                  <a:cubicBezTo>
                    <a:pt x="1" y="3553"/>
                    <a:pt x="1036" y="4588"/>
                    <a:pt x="2294" y="4588"/>
                  </a:cubicBezTo>
                  <a:cubicBezTo>
                    <a:pt x="3553" y="4588"/>
                    <a:pt x="4588" y="3553"/>
                    <a:pt x="4588" y="2294"/>
                  </a:cubicBezTo>
                  <a:cubicBezTo>
                    <a:pt x="4588" y="1015"/>
                    <a:pt x="3553"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1"/>
            <p:cNvSpPr/>
            <p:nvPr/>
          </p:nvSpPr>
          <p:spPr>
            <a:xfrm>
              <a:off x="3995700" y="2786700"/>
              <a:ext cx="114200" cy="114700"/>
            </a:xfrm>
            <a:custGeom>
              <a:rect b="b" l="l" r="r" t="t"/>
              <a:pathLst>
                <a:path extrusionOk="0" h="4588" w="4568">
                  <a:moveTo>
                    <a:pt x="2274" y="0"/>
                  </a:moveTo>
                  <a:cubicBezTo>
                    <a:pt x="1016" y="0"/>
                    <a:pt x="1" y="1015"/>
                    <a:pt x="1" y="2294"/>
                  </a:cubicBezTo>
                  <a:cubicBezTo>
                    <a:pt x="1" y="3553"/>
                    <a:pt x="1016" y="4588"/>
                    <a:pt x="2274" y="4588"/>
                  </a:cubicBezTo>
                  <a:cubicBezTo>
                    <a:pt x="3553" y="4588"/>
                    <a:pt x="4568" y="3553"/>
                    <a:pt x="4568" y="2294"/>
                  </a:cubicBezTo>
                  <a:cubicBezTo>
                    <a:pt x="4568" y="1015"/>
                    <a:pt x="3553" y="0"/>
                    <a:pt x="227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31"/>
            <p:cNvSpPr/>
            <p:nvPr/>
          </p:nvSpPr>
          <p:spPr>
            <a:xfrm>
              <a:off x="4249425" y="2786700"/>
              <a:ext cx="114725" cy="114700"/>
            </a:xfrm>
            <a:custGeom>
              <a:rect b="b" l="l" r="r" t="t"/>
              <a:pathLst>
                <a:path extrusionOk="0" h="4588" w="4589">
                  <a:moveTo>
                    <a:pt x="2294" y="0"/>
                  </a:moveTo>
                  <a:cubicBezTo>
                    <a:pt x="1016" y="0"/>
                    <a:pt x="1" y="1015"/>
                    <a:pt x="1" y="2294"/>
                  </a:cubicBezTo>
                  <a:cubicBezTo>
                    <a:pt x="1" y="3553"/>
                    <a:pt x="1016" y="4588"/>
                    <a:pt x="2294" y="4588"/>
                  </a:cubicBezTo>
                  <a:cubicBezTo>
                    <a:pt x="3553" y="4588"/>
                    <a:pt x="4588" y="3553"/>
                    <a:pt x="4588" y="2294"/>
                  </a:cubicBezTo>
                  <a:cubicBezTo>
                    <a:pt x="4588" y="1015"/>
                    <a:pt x="3553"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95" name="Google Shape;495;p31"/>
          <p:cNvSpPr/>
          <p:nvPr/>
        </p:nvSpPr>
        <p:spPr>
          <a:xfrm rot="5400000">
            <a:off x="7775900" y="-25375"/>
            <a:ext cx="1342725" cy="1393450"/>
          </a:xfrm>
          <a:custGeom>
            <a:rect b="b" l="l" r="r" t="t"/>
            <a:pathLst>
              <a:path extrusionOk="0" h="55738" w="53709">
                <a:moveTo>
                  <a:pt x="33918" y="1"/>
                </a:moveTo>
                <a:cubicBezTo>
                  <a:pt x="33532" y="18979"/>
                  <a:pt x="18715" y="34466"/>
                  <a:pt x="1" y="35927"/>
                </a:cubicBezTo>
                <a:lnTo>
                  <a:pt x="1" y="55738"/>
                </a:lnTo>
                <a:cubicBezTo>
                  <a:pt x="29635" y="54256"/>
                  <a:pt x="53302" y="29879"/>
                  <a:pt x="53708"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2.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Archivo"/>
              <a:buNone/>
              <a:defRPr b="1" sz="3500">
                <a:solidFill>
                  <a:schemeClr val="dk1"/>
                </a:solidFill>
                <a:latin typeface="Archivo"/>
                <a:ea typeface="Archivo"/>
                <a:cs typeface="Archivo"/>
                <a:sym typeface="Archivo"/>
              </a:defRPr>
            </a:lvl1pPr>
            <a:lvl2pPr lvl="1" rtl="0">
              <a:spcBef>
                <a:spcPts val="0"/>
              </a:spcBef>
              <a:spcAft>
                <a:spcPts val="0"/>
              </a:spcAft>
              <a:buClr>
                <a:schemeClr val="dk1"/>
              </a:buClr>
              <a:buSzPts val="3500"/>
              <a:buFont typeface="Archivo"/>
              <a:buNone/>
              <a:defRPr b="1" sz="3500">
                <a:solidFill>
                  <a:schemeClr val="dk1"/>
                </a:solidFill>
                <a:latin typeface="Archivo"/>
                <a:ea typeface="Archivo"/>
                <a:cs typeface="Archivo"/>
                <a:sym typeface="Archivo"/>
              </a:defRPr>
            </a:lvl2pPr>
            <a:lvl3pPr lvl="2" rtl="0">
              <a:spcBef>
                <a:spcPts val="0"/>
              </a:spcBef>
              <a:spcAft>
                <a:spcPts val="0"/>
              </a:spcAft>
              <a:buClr>
                <a:schemeClr val="dk1"/>
              </a:buClr>
              <a:buSzPts val="3500"/>
              <a:buFont typeface="Archivo"/>
              <a:buNone/>
              <a:defRPr b="1" sz="3500">
                <a:solidFill>
                  <a:schemeClr val="dk1"/>
                </a:solidFill>
                <a:latin typeface="Archivo"/>
                <a:ea typeface="Archivo"/>
                <a:cs typeface="Archivo"/>
                <a:sym typeface="Archivo"/>
              </a:defRPr>
            </a:lvl3pPr>
            <a:lvl4pPr lvl="3" rtl="0">
              <a:spcBef>
                <a:spcPts val="0"/>
              </a:spcBef>
              <a:spcAft>
                <a:spcPts val="0"/>
              </a:spcAft>
              <a:buClr>
                <a:schemeClr val="dk1"/>
              </a:buClr>
              <a:buSzPts val="3500"/>
              <a:buFont typeface="Archivo"/>
              <a:buNone/>
              <a:defRPr b="1" sz="3500">
                <a:solidFill>
                  <a:schemeClr val="dk1"/>
                </a:solidFill>
                <a:latin typeface="Archivo"/>
                <a:ea typeface="Archivo"/>
                <a:cs typeface="Archivo"/>
                <a:sym typeface="Archivo"/>
              </a:defRPr>
            </a:lvl4pPr>
            <a:lvl5pPr lvl="4" rtl="0">
              <a:spcBef>
                <a:spcPts val="0"/>
              </a:spcBef>
              <a:spcAft>
                <a:spcPts val="0"/>
              </a:spcAft>
              <a:buClr>
                <a:schemeClr val="dk1"/>
              </a:buClr>
              <a:buSzPts val="3500"/>
              <a:buFont typeface="Archivo"/>
              <a:buNone/>
              <a:defRPr b="1" sz="3500">
                <a:solidFill>
                  <a:schemeClr val="dk1"/>
                </a:solidFill>
                <a:latin typeface="Archivo"/>
                <a:ea typeface="Archivo"/>
                <a:cs typeface="Archivo"/>
                <a:sym typeface="Archivo"/>
              </a:defRPr>
            </a:lvl5pPr>
            <a:lvl6pPr lvl="5" rtl="0">
              <a:spcBef>
                <a:spcPts val="0"/>
              </a:spcBef>
              <a:spcAft>
                <a:spcPts val="0"/>
              </a:spcAft>
              <a:buClr>
                <a:schemeClr val="dk1"/>
              </a:buClr>
              <a:buSzPts val="3500"/>
              <a:buFont typeface="Archivo"/>
              <a:buNone/>
              <a:defRPr b="1" sz="3500">
                <a:solidFill>
                  <a:schemeClr val="dk1"/>
                </a:solidFill>
                <a:latin typeface="Archivo"/>
                <a:ea typeface="Archivo"/>
                <a:cs typeface="Archivo"/>
                <a:sym typeface="Archivo"/>
              </a:defRPr>
            </a:lvl6pPr>
            <a:lvl7pPr lvl="6" rtl="0">
              <a:spcBef>
                <a:spcPts val="0"/>
              </a:spcBef>
              <a:spcAft>
                <a:spcPts val="0"/>
              </a:spcAft>
              <a:buClr>
                <a:schemeClr val="dk1"/>
              </a:buClr>
              <a:buSzPts val="3500"/>
              <a:buFont typeface="Archivo"/>
              <a:buNone/>
              <a:defRPr b="1" sz="3500">
                <a:solidFill>
                  <a:schemeClr val="dk1"/>
                </a:solidFill>
                <a:latin typeface="Archivo"/>
                <a:ea typeface="Archivo"/>
                <a:cs typeface="Archivo"/>
                <a:sym typeface="Archivo"/>
              </a:defRPr>
            </a:lvl7pPr>
            <a:lvl8pPr lvl="7" rtl="0">
              <a:spcBef>
                <a:spcPts val="0"/>
              </a:spcBef>
              <a:spcAft>
                <a:spcPts val="0"/>
              </a:spcAft>
              <a:buClr>
                <a:schemeClr val="dk1"/>
              </a:buClr>
              <a:buSzPts val="3500"/>
              <a:buFont typeface="Archivo"/>
              <a:buNone/>
              <a:defRPr b="1" sz="3500">
                <a:solidFill>
                  <a:schemeClr val="dk1"/>
                </a:solidFill>
                <a:latin typeface="Archivo"/>
                <a:ea typeface="Archivo"/>
                <a:cs typeface="Archivo"/>
                <a:sym typeface="Archivo"/>
              </a:defRPr>
            </a:lvl8pPr>
            <a:lvl9pPr lvl="8" rtl="0">
              <a:spcBef>
                <a:spcPts val="0"/>
              </a:spcBef>
              <a:spcAft>
                <a:spcPts val="0"/>
              </a:spcAft>
              <a:buClr>
                <a:schemeClr val="dk1"/>
              </a:buClr>
              <a:buSzPts val="3500"/>
              <a:buFont typeface="Archivo"/>
              <a:buNone/>
              <a:defRPr b="1" sz="3500">
                <a:solidFill>
                  <a:schemeClr val="dk1"/>
                </a:solidFill>
                <a:latin typeface="Archivo"/>
                <a:ea typeface="Archivo"/>
                <a:cs typeface="Archivo"/>
                <a:sym typeface="Archivo"/>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Assistant Medium"/>
              <a:buChar char="●"/>
              <a:defRPr>
                <a:solidFill>
                  <a:schemeClr val="dk1"/>
                </a:solidFill>
                <a:latin typeface="Assistant Medium"/>
                <a:ea typeface="Assistant Medium"/>
                <a:cs typeface="Assistant Medium"/>
                <a:sym typeface="Assistant Medium"/>
              </a:defRPr>
            </a:lvl1pPr>
            <a:lvl2pPr indent="-317500" lvl="1" marL="914400">
              <a:lnSpc>
                <a:spcPct val="115000"/>
              </a:lnSpc>
              <a:spcBef>
                <a:spcPts val="0"/>
              </a:spcBef>
              <a:spcAft>
                <a:spcPts val="0"/>
              </a:spcAft>
              <a:buClr>
                <a:schemeClr val="dk1"/>
              </a:buClr>
              <a:buSzPts val="1400"/>
              <a:buFont typeface="Assistant Medium"/>
              <a:buChar char="○"/>
              <a:defRPr>
                <a:solidFill>
                  <a:schemeClr val="dk1"/>
                </a:solidFill>
                <a:latin typeface="Assistant Medium"/>
                <a:ea typeface="Assistant Medium"/>
                <a:cs typeface="Assistant Medium"/>
                <a:sym typeface="Assistant Medium"/>
              </a:defRPr>
            </a:lvl2pPr>
            <a:lvl3pPr indent="-317500" lvl="2" marL="1371600">
              <a:lnSpc>
                <a:spcPct val="115000"/>
              </a:lnSpc>
              <a:spcBef>
                <a:spcPts val="0"/>
              </a:spcBef>
              <a:spcAft>
                <a:spcPts val="0"/>
              </a:spcAft>
              <a:buClr>
                <a:schemeClr val="dk1"/>
              </a:buClr>
              <a:buSzPts val="1400"/>
              <a:buFont typeface="Assistant Medium"/>
              <a:buChar char="■"/>
              <a:defRPr>
                <a:solidFill>
                  <a:schemeClr val="dk1"/>
                </a:solidFill>
                <a:latin typeface="Assistant Medium"/>
                <a:ea typeface="Assistant Medium"/>
                <a:cs typeface="Assistant Medium"/>
                <a:sym typeface="Assistant Medium"/>
              </a:defRPr>
            </a:lvl3pPr>
            <a:lvl4pPr indent="-317500" lvl="3" marL="1828800">
              <a:lnSpc>
                <a:spcPct val="115000"/>
              </a:lnSpc>
              <a:spcBef>
                <a:spcPts val="0"/>
              </a:spcBef>
              <a:spcAft>
                <a:spcPts val="0"/>
              </a:spcAft>
              <a:buClr>
                <a:schemeClr val="dk1"/>
              </a:buClr>
              <a:buSzPts val="1400"/>
              <a:buFont typeface="Assistant Medium"/>
              <a:buChar char="●"/>
              <a:defRPr>
                <a:solidFill>
                  <a:schemeClr val="dk1"/>
                </a:solidFill>
                <a:latin typeface="Assistant Medium"/>
                <a:ea typeface="Assistant Medium"/>
                <a:cs typeface="Assistant Medium"/>
                <a:sym typeface="Assistant Medium"/>
              </a:defRPr>
            </a:lvl4pPr>
            <a:lvl5pPr indent="-317500" lvl="4" marL="2286000">
              <a:lnSpc>
                <a:spcPct val="115000"/>
              </a:lnSpc>
              <a:spcBef>
                <a:spcPts val="0"/>
              </a:spcBef>
              <a:spcAft>
                <a:spcPts val="0"/>
              </a:spcAft>
              <a:buClr>
                <a:schemeClr val="dk1"/>
              </a:buClr>
              <a:buSzPts val="1400"/>
              <a:buFont typeface="Assistant Medium"/>
              <a:buChar char="○"/>
              <a:defRPr>
                <a:solidFill>
                  <a:schemeClr val="dk1"/>
                </a:solidFill>
                <a:latin typeface="Assistant Medium"/>
                <a:ea typeface="Assistant Medium"/>
                <a:cs typeface="Assistant Medium"/>
                <a:sym typeface="Assistant Medium"/>
              </a:defRPr>
            </a:lvl5pPr>
            <a:lvl6pPr indent="-317500" lvl="5" marL="2743200">
              <a:lnSpc>
                <a:spcPct val="115000"/>
              </a:lnSpc>
              <a:spcBef>
                <a:spcPts val="0"/>
              </a:spcBef>
              <a:spcAft>
                <a:spcPts val="0"/>
              </a:spcAft>
              <a:buClr>
                <a:schemeClr val="dk1"/>
              </a:buClr>
              <a:buSzPts val="1400"/>
              <a:buFont typeface="Assistant Medium"/>
              <a:buChar char="■"/>
              <a:defRPr>
                <a:solidFill>
                  <a:schemeClr val="dk1"/>
                </a:solidFill>
                <a:latin typeface="Assistant Medium"/>
                <a:ea typeface="Assistant Medium"/>
                <a:cs typeface="Assistant Medium"/>
                <a:sym typeface="Assistant Medium"/>
              </a:defRPr>
            </a:lvl6pPr>
            <a:lvl7pPr indent="-317500" lvl="6" marL="3200400">
              <a:lnSpc>
                <a:spcPct val="115000"/>
              </a:lnSpc>
              <a:spcBef>
                <a:spcPts val="0"/>
              </a:spcBef>
              <a:spcAft>
                <a:spcPts val="0"/>
              </a:spcAft>
              <a:buClr>
                <a:schemeClr val="dk1"/>
              </a:buClr>
              <a:buSzPts val="1400"/>
              <a:buFont typeface="Assistant Medium"/>
              <a:buChar char="●"/>
              <a:defRPr>
                <a:solidFill>
                  <a:schemeClr val="dk1"/>
                </a:solidFill>
                <a:latin typeface="Assistant Medium"/>
                <a:ea typeface="Assistant Medium"/>
                <a:cs typeface="Assistant Medium"/>
                <a:sym typeface="Assistant Medium"/>
              </a:defRPr>
            </a:lvl7pPr>
            <a:lvl8pPr indent="-317500" lvl="7" marL="3657600">
              <a:lnSpc>
                <a:spcPct val="115000"/>
              </a:lnSpc>
              <a:spcBef>
                <a:spcPts val="0"/>
              </a:spcBef>
              <a:spcAft>
                <a:spcPts val="0"/>
              </a:spcAft>
              <a:buClr>
                <a:schemeClr val="dk1"/>
              </a:buClr>
              <a:buSzPts val="1400"/>
              <a:buFont typeface="Assistant Medium"/>
              <a:buChar char="○"/>
              <a:defRPr>
                <a:solidFill>
                  <a:schemeClr val="dk1"/>
                </a:solidFill>
                <a:latin typeface="Assistant Medium"/>
                <a:ea typeface="Assistant Medium"/>
                <a:cs typeface="Assistant Medium"/>
                <a:sym typeface="Assistant Medium"/>
              </a:defRPr>
            </a:lvl8pPr>
            <a:lvl9pPr indent="-317500" lvl="8" marL="4114800">
              <a:lnSpc>
                <a:spcPct val="115000"/>
              </a:lnSpc>
              <a:spcBef>
                <a:spcPts val="0"/>
              </a:spcBef>
              <a:spcAft>
                <a:spcPts val="0"/>
              </a:spcAft>
              <a:buClr>
                <a:schemeClr val="dk1"/>
              </a:buClr>
              <a:buSzPts val="1400"/>
              <a:buFont typeface="Assistant Medium"/>
              <a:buChar char="■"/>
              <a:defRPr>
                <a:solidFill>
                  <a:schemeClr val="dk1"/>
                </a:solidFill>
                <a:latin typeface="Assistant Medium"/>
                <a:ea typeface="Assistant Medium"/>
                <a:cs typeface="Assistant Medium"/>
                <a:sym typeface="Assistant Medium"/>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32"/>
          <p:cNvSpPr txBox="1"/>
          <p:nvPr>
            <p:ph type="ctrTitle"/>
          </p:nvPr>
        </p:nvSpPr>
        <p:spPr>
          <a:xfrm>
            <a:off x="713225" y="1732200"/>
            <a:ext cx="7717500" cy="1679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Intervention Analysis: </a:t>
            </a:r>
            <a:r>
              <a:rPr b="0" lang="en"/>
              <a:t>Heat Exposure Illnesses among Farmworkers </a:t>
            </a:r>
            <a:r>
              <a:rPr b="0" lang="en"/>
              <a:t>in</a:t>
            </a:r>
            <a:r>
              <a:rPr b="0" lang="en"/>
              <a:t> Southern U.S.</a:t>
            </a:r>
            <a:endParaRPr b="0">
              <a:latin typeface="Archivo"/>
              <a:ea typeface="Archivo"/>
              <a:cs typeface="Archivo"/>
              <a:sym typeface="Archivo"/>
            </a:endParaRPr>
          </a:p>
        </p:txBody>
      </p:sp>
      <p:sp>
        <p:nvSpPr>
          <p:cNvPr id="501" name="Google Shape;501;p32"/>
          <p:cNvSpPr txBox="1"/>
          <p:nvPr>
            <p:ph idx="1" type="subTitle"/>
          </p:nvPr>
        </p:nvSpPr>
        <p:spPr>
          <a:xfrm>
            <a:off x="713100" y="3622725"/>
            <a:ext cx="7717500" cy="47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500"/>
              <a:t>Casen 4: </a:t>
            </a:r>
            <a:r>
              <a:rPr lang="en" sz="1500" strike="sngStrike"/>
              <a:t>Simrika Joshi, Camden Wood, Surafele Sintayehu, April Chou,</a:t>
            </a:r>
            <a:r>
              <a:rPr lang="en" sz="1500"/>
              <a:t> Audrija Bhattacharya</a:t>
            </a:r>
            <a:endParaRPr sz="1500"/>
          </a:p>
        </p:txBody>
      </p:sp>
      <p:grpSp>
        <p:nvGrpSpPr>
          <p:cNvPr id="502" name="Google Shape;502;p32"/>
          <p:cNvGrpSpPr/>
          <p:nvPr/>
        </p:nvGrpSpPr>
        <p:grpSpPr>
          <a:xfrm>
            <a:off x="1632531" y="639608"/>
            <a:ext cx="3761074" cy="3776802"/>
            <a:chOff x="1632531" y="639608"/>
            <a:chExt cx="3761074" cy="3776802"/>
          </a:xfrm>
        </p:grpSpPr>
        <p:sp>
          <p:nvSpPr>
            <p:cNvPr id="503" name="Google Shape;503;p32"/>
            <p:cNvSpPr/>
            <p:nvPr/>
          </p:nvSpPr>
          <p:spPr>
            <a:xfrm rot="5400000">
              <a:off x="1632531" y="639608"/>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2"/>
            <p:cNvSpPr/>
            <p:nvPr/>
          </p:nvSpPr>
          <p:spPr>
            <a:xfrm rot="5400000">
              <a:off x="5278483" y="4301287"/>
              <a:ext cx="115101" cy="115144"/>
            </a:xfrm>
            <a:custGeom>
              <a:rect b="b" l="l" r="r" t="t"/>
              <a:pathLst>
                <a:path extrusionOk="0" h="2701" w="2700">
                  <a:moveTo>
                    <a:pt x="1279" y="1"/>
                  </a:moveTo>
                  <a:cubicBezTo>
                    <a:pt x="1137" y="1"/>
                    <a:pt x="1035" y="102"/>
                    <a:pt x="1035" y="244"/>
                  </a:cubicBezTo>
                  <a:lnTo>
                    <a:pt x="1035" y="1036"/>
                  </a:lnTo>
                  <a:lnTo>
                    <a:pt x="244" y="1036"/>
                  </a:lnTo>
                  <a:cubicBezTo>
                    <a:pt x="102" y="1036"/>
                    <a:pt x="0" y="1137"/>
                    <a:pt x="0" y="1279"/>
                  </a:cubicBezTo>
                  <a:lnTo>
                    <a:pt x="0" y="1442"/>
                  </a:lnTo>
                  <a:cubicBezTo>
                    <a:pt x="0" y="1564"/>
                    <a:pt x="102" y="1665"/>
                    <a:pt x="244" y="1665"/>
                  </a:cubicBezTo>
                  <a:lnTo>
                    <a:pt x="1035" y="1665"/>
                  </a:lnTo>
                  <a:lnTo>
                    <a:pt x="1035" y="2457"/>
                  </a:lnTo>
                  <a:cubicBezTo>
                    <a:pt x="1035" y="2599"/>
                    <a:pt x="1137" y="2700"/>
                    <a:pt x="1279" y="2700"/>
                  </a:cubicBezTo>
                  <a:lnTo>
                    <a:pt x="1421" y="2700"/>
                  </a:lnTo>
                  <a:cubicBezTo>
                    <a:pt x="1563" y="2700"/>
                    <a:pt x="1665" y="2599"/>
                    <a:pt x="1665" y="2457"/>
                  </a:cubicBezTo>
                  <a:lnTo>
                    <a:pt x="1665" y="1665"/>
                  </a:lnTo>
                  <a:lnTo>
                    <a:pt x="2456" y="1665"/>
                  </a:lnTo>
                  <a:cubicBezTo>
                    <a:pt x="2598" y="1665"/>
                    <a:pt x="2700" y="1564"/>
                    <a:pt x="2700" y="1442"/>
                  </a:cubicBezTo>
                  <a:lnTo>
                    <a:pt x="2700" y="1279"/>
                  </a:lnTo>
                  <a:cubicBezTo>
                    <a:pt x="2700" y="1137"/>
                    <a:pt x="2598" y="1036"/>
                    <a:pt x="2456" y="1036"/>
                  </a:cubicBezTo>
                  <a:lnTo>
                    <a:pt x="1665" y="1036"/>
                  </a:lnTo>
                  <a:lnTo>
                    <a:pt x="1665" y="244"/>
                  </a:lnTo>
                  <a:cubicBezTo>
                    <a:pt x="1665" y="102"/>
                    <a:pt x="1563" y="1"/>
                    <a:pt x="1421"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5" name="Google Shape;505;p32"/>
          <p:cNvGrpSpPr/>
          <p:nvPr/>
        </p:nvGrpSpPr>
        <p:grpSpPr>
          <a:xfrm>
            <a:off x="1124338" y="4186588"/>
            <a:ext cx="1130625" cy="114700"/>
            <a:chOff x="3233525" y="2786700"/>
            <a:chExt cx="1130625" cy="114700"/>
          </a:xfrm>
        </p:grpSpPr>
        <p:sp>
          <p:nvSpPr>
            <p:cNvPr id="506" name="Google Shape;506;p32"/>
            <p:cNvSpPr/>
            <p:nvPr/>
          </p:nvSpPr>
          <p:spPr>
            <a:xfrm>
              <a:off x="3233525" y="2786700"/>
              <a:ext cx="114725" cy="114700"/>
            </a:xfrm>
            <a:custGeom>
              <a:rect b="b" l="l" r="r" t="t"/>
              <a:pathLst>
                <a:path extrusionOk="0" h="4588" w="4589">
                  <a:moveTo>
                    <a:pt x="2295" y="0"/>
                  </a:moveTo>
                  <a:cubicBezTo>
                    <a:pt x="1036" y="0"/>
                    <a:pt x="1" y="1015"/>
                    <a:pt x="1" y="2294"/>
                  </a:cubicBezTo>
                  <a:cubicBezTo>
                    <a:pt x="1" y="3553"/>
                    <a:pt x="1036" y="4588"/>
                    <a:pt x="2295" y="4588"/>
                  </a:cubicBezTo>
                  <a:cubicBezTo>
                    <a:pt x="3573" y="4588"/>
                    <a:pt x="4588" y="3553"/>
                    <a:pt x="4588" y="2294"/>
                  </a:cubicBezTo>
                  <a:cubicBezTo>
                    <a:pt x="4588" y="1015"/>
                    <a:pt x="3573" y="0"/>
                    <a:pt x="2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32"/>
            <p:cNvSpPr/>
            <p:nvPr/>
          </p:nvSpPr>
          <p:spPr>
            <a:xfrm>
              <a:off x="3487775" y="2786700"/>
              <a:ext cx="114700" cy="114700"/>
            </a:xfrm>
            <a:custGeom>
              <a:rect b="b" l="l" r="r" t="t"/>
              <a:pathLst>
                <a:path extrusionOk="0" h="4588" w="4588">
                  <a:moveTo>
                    <a:pt x="2294" y="0"/>
                  </a:moveTo>
                  <a:cubicBezTo>
                    <a:pt x="1015" y="0"/>
                    <a:pt x="0" y="1015"/>
                    <a:pt x="0" y="2294"/>
                  </a:cubicBezTo>
                  <a:cubicBezTo>
                    <a:pt x="0" y="3553"/>
                    <a:pt x="1015" y="4588"/>
                    <a:pt x="2294" y="4588"/>
                  </a:cubicBezTo>
                  <a:cubicBezTo>
                    <a:pt x="3552" y="4588"/>
                    <a:pt x="4587" y="3553"/>
                    <a:pt x="4587" y="2294"/>
                  </a:cubicBezTo>
                  <a:cubicBezTo>
                    <a:pt x="4587" y="1015"/>
                    <a:pt x="3552"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32"/>
            <p:cNvSpPr/>
            <p:nvPr/>
          </p:nvSpPr>
          <p:spPr>
            <a:xfrm>
              <a:off x="3741475" y="2786700"/>
              <a:ext cx="114725" cy="114700"/>
            </a:xfrm>
            <a:custGeom>
              <a:rect b="b" l="l" r="r" t="t"/>
              <a:pathLst>
                <a:path extrusionOk="0" h="4588" w="4589">
                  <a:moveTo>
                    <a:pt x="2294" y="0"/>
                  </a:moveTo>
                  <a:cubicBezTo>
                    <a:pt x="1036" y="0"/>
                    <a:pt x="1" y="1015"/>
                    <a:pt x="1" y="2294"/>
                  </a:cubicBezTo>
                  <a:cubicBezTo>
                    <a:pt x="1" y="3553"/>
                    <a:pt x="1036" y="4588"/>
                    <a:pt x="2294" y="4588"/>
                  </a:cubicBezTo>
                  <a:cubicBezTo>
                    <a:pt x="3553" y="4588"/>
                    <a:pt x="4588" y="3553"/>
                    <a:pt x="4588" y="2294"/>
                  </a:cubicBezTo>
                  <a:cubicBezTo>
                    <a:pt x="4588" y="1015"/>
                    <a:pt x="3553"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2"/>
            <p:cNvSpPr/>
            <p:nvPr/>
          </p:nvSpPr>
          <p:spPr>
            <a:xfrm>
              <a:off x="3995700" y="2786700"/>
              <a:ext cx="114200" cy="114700"/>
            </a:xfrm>
            <a:custGeom>
              <a:rect b="b" l="l" r="r" t="t"/>
              <a:pathLst>
                <a:path extrusionOk="0" h="4588" w="4568">
                  <a:moveTo>
                    <a:pt x="2274" y="0"/>
                  </a:moveTo>
                  <a:cubicBezTo>
                    <a:pt x="1016" y="0"/>
                    <a:pt x="1" y="1015"/>
                    <a:pt x="1" y="2294"/>
                  </a:cubicBezTo>
                  <a:cubicBezTo>
                    <a:pt x="1" y="3553"/>
                    <a:pt x="1016" y="4588"/>
                    <a:pt x="2274" y="4588"/>
                  </a:cubicBezTo>
                  <a:cubicBezTo>
                    <a:pt x="3553" y="4588"/>
                    <a:pt x="4568" y="3553"/>
                    <a:pt x="4568" y="2294"/>
                  </a:cubicBezTo>
                  <a:cubicBezTo>
                    <a:pt x="4568" y="1015"/>
                    <a:pt x="3553" y="0"/>
                    <a:pt x="227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2"/>
            <p:cNvSpPr/>
            <p:nvPr/>
          </p:nvSpPr>
          <p:spPr>
            <a:xfrm>
              <a:off x="4249425" y="2786700"/>
              <a:ext cx="114725" cy="114700"/>
            </a:xfrm>
            <a:custGeom>
              <a:rect b="b" l="l" r="r" t="t"/>
              <a:pathLst>
                <a:path extrusionOk="0" h="4588" w="4589">
                  <a:moveTo>
                    <a:pt x="2294" y="0"/>
                  </a:moveTo>
                  <a:cubicBezTo>
                    <a:pt x="1016" y="0"/>
                    <a:pt x="1" y="1015"/>
                    <a:pt x="1" y="2294"/>
                  </a:cubicBezTo>
                  <a:cubicBezTo>
                    <a:pt x="1" y="3553"/>
                    <a:pt x="1016" y="4588"/>
                    <a:pt x="2294" y="4588"/>
                  </a:cubicBezTo>
                  <a:cubicBezTo>
                    <a:pt x="3553" y="4588"/>
                    <a:pt x="4588" y="3553"/>
                    <a:pt x="4588" y="2294"/>
                  </a:cubicBezTo>
                  <a:cubicBezTo>
                    <a:pt x="4588" y="1015"/>
                    <a:pt x="3553"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1" name="Google Shape;511;p32"/>
          <p:cNvGrpSpPr/>
          <p:nvPr/>
        </p:nvGrpSpPr>
        <p:grpSpPr>
          <a:xfrm>
            <a:off x="6366225" y="539500"/>
            <a:ext cx="921550" cy="253225"/>
            <a:chOff x="5690050" y="3400200"/>
            <a:chExt cx="921550" cy="253225"/>
          </a:xfrm>
        </p:grpSpPr>
        <p:sp>
          <p:nvSpPr>
            <p:cNvPr id="512" name="Google Shape;512;p32"/>
            <p:cNvSpPr/>
            <p:nvPr/>
          </p:nvSpPr>
          <p:spPr>
            <a:xfrm>
              <a:off x="5690050"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5" y="2172"/>
                    <a:pt x="2173" y="1685"/>
                    <a:pt x="2173" y="1076"/>
                  </a:cubicBezTo>
                  <a:cubicBezTo>
                    <a:pt x="2173" y="487"/>
                    <a:pt x="1685"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2"/>
            <p:cNvSpPr/>
            <p:nvPr/>
          </p:nvSpPr>
          <p:spPr>
            <a:xfrm>
              <a:off x="5906725"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6" y="2172"/>
                    <a:pt x="2173" y="1685"/>
                    <a:pt x="2173" y="1076"/>
                  </a:cubicBezTo>
                  <a:cubicBezTo>
                    <a:pt x="2173" y="487"/>
                    <a:pt x="168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2"/>
            <p:cNvSpPr/>
            <p:nvPr/>
          </p:nvSpPr>
          <p:spPr>
            <a:xfrm>
              <a:off x="6123400" y="3400200"/>
              <a:ext cx="54325" cy="54325"/>
            </a:xfrm>
            <a:custGeom>
              <a:rect b="b" l="l" r="r" t="t"/>
              <a:pathLst>
                <a:path extrusionOk="0" h="2173" w="2173">
                  <a:moveTo>
                    <a:pt x="1097" y="0"/>
                  </a:moveTo>
                  <a:cubicBezTo>
                    <a:pt x="488" y="0"/>
                    <a:pt x="1" y="487"/>
                    <a:pt x="1" y="1076"/>
                  </a:cubicBezTo>
                  <a:cubicBezTo>
                    <a:pt x="1" y="1685"/>
                    <a:pt x="488" y="2172"/>
                    <a:pt x="1097" y="2172"/>
                  </a:cubicBezTo>
                  <a:cubicBezTo>
                    <a:pt x="1686" y="2172"/>
                    <a:pt x="2173" y="1685"/>
                    <a:pt x="2173" y="1076"/>
                  </a:cubicBezTo>
                  <a:cubicBezTo>
                    <a:pt x="2173" y="487"/>
                    <a:pt x="168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2"/>
            <p:cNvSpPr/>
            <p:nvPr/>
          </p:nvSpPr>
          <p:spPr>
            <a:xfrm>
              <a:off x="6340075" y="3400200"/>
              <a:ext cx="54850" cy="54325"/>
            </a:xfrm>
            <a:custGeom>
              <a:rect b="b" l="l" r="r" t="t"/>
              <a:pathLst>
                <a:path extrusionOk="0" h="2173" w="2194">
                  <a:moveTo>
                    <a:pt x="1097" y="0"/>
                  </a:moveTo>
                  <a:cubicBezTo>
                    <a:pt x="488" y="0"/>
                    <a:pt x="1" y="487"/>
                    <a:pt x="1" y="1076"/>
                  </a:cubicBezTo>
                  <a:cubicBezTo>
                    <a:pt x="1" y="1685"/>
                    <a:pt x="488" y="2172"/>
                    <a:pt x="1097" y="2172"/>
                  </a:cubicBezTo>
                  <a:cubicBezTo>
                    <a:pt x="1706" y="2172"/>
                    <a:pt x="2193" y="1685"/>
                    <a:pt x="2193" y="1076"/>
                  </a:cubicBezTo>
                  <a:cubicBezTo>
                    <a:pt x="2193" y="487"/>
                    <a:pt x="1706" y="0"/>
                    <a:pt x="1097"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32"/>
            <p:cNvSpPr/>
            <p:nvPr/>
          </p:nvSpPr>
          <p:spPr>
            <a:xfrm>
              <a:off x="6556775" y="3400200"/>
              <a:ext cx="54825" cy="54325"/>
            </a:xfrm>
            <a:custGeom>
              <a:rect b="b" l="l" r="r" t="t"/>
              <a:pathLst>
                <a:path extrusionOk="0" h="2173" w="2193">
                  <a:moveTo>
                    <a:pt x="1096" y="0"/>
                  </a:moveTo>
                  <a:cubicBezTo>
                    <a:pt x="487" y="0"/>
                    <a:pt x="0" y="487"/>
                    <a:pt x="0" y="1076"/>
                  </a:cubicBezTo>
                  <a:cubicBezTo>
                    <a:pt x="0" y="1685"/>
                    <a:pt x="487" y="2172"/>
                    <a:pt x="1096" y="2172"/>
                  </a:cubicBezTo>
                  <a:cubicBezTo>
                    <a:pt x="1705" y="2172"/>
                    <a:pt x="2192" y="1685"/>
                    <a:pt x="2192" y="1076"/>
                  </a:cubicBezTo>
                  <a:cubicBezTo>
                    <a:pt x="2192" y="487"/>
                    <a:pt x="1705" y="0"/>
                    <a:pt x="1096"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2"/>
            <p:cNvSpPr/>
            <p:nvPr/>
          </p:nvSpPr>
          <p:spPr>
            <a:xfrm>
              <a:off x="5690050"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5" y="2193"/>
                    <a:pt x="2173" y="1706"/>
                    <a:pt x="2173" y="1097"/>
                  </a:cubicBezTo>
                  <a:cubicBezTo>
                    <a:pt x="2173" y="488"/>
                    <a:pt x="1685"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2"/>
            <p:cNvSpPr/>
            <p:nvPr/>
          </p:nvSpPr>
          <p:spPr>
            <a:xfrm>
              <a:off x="5906725"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6" y="2193"/>
                    <a:pt x="2173" y="1706"/>
                    <a:pt x="2173" y="1097"/>
                  </a:cubicBezTo>
                  <a:cubicBezTo>
                    <a:pt x="2173" y="488"/>
                    <a:pt x="168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2"/>
            <p:cNvSpPr/>
            <p:nvPr/>
          </p:nvSpPr>
          <p:spPr>
            <a:xfrm>
              <a:off x="6123400" y="3598600"/>
              <a:ext cx="54325" cy="54825"/>
            </a:xfrm>
            <a:custGeom>
              <a:rect b="b" l="l" r="r" t="t"/>
              <a:pathLst>
                <a:path extrusionOk="0" h="2193" w="2173">
                  <a:moveTo>
                    <a:pt x="1097" y="1"/>
                  </a:moveTo>
                  <a:cubicBezTo>
                    <a:pt x="488" y="1"/>
                    <a:pt x="1" y="488"/>
                    <a:pt x="1" y="1097"/>
                  </a:cubicBezTo>
                  <a:cubicBezTo>
                    <a:pt x="1" y="1706"/>
                    <a:pt x="488" y="2193"/>
                    <a:pt x="1097" y="2193"/>
                  </a:cubicBezTo>
                  <a:cubicBezTo>
                    <a:pt x="1686" y="2193"/>
                    <a:pt x="2173" y="1706"/>
                    <a:pt x="2173" y="1097"/>
                  </a:cubicBezTo>
                  <a:cubicBezTo>
                    <a:pt x="2173" y="488"/>
                    <a:pt x="168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32"/>
            <p:cNvSpPr/>
            <p:nvPr/>
          </p:nvSpPr>
          <p:spPr>
            <a:xfrm>
              <a:off x="6340075" y="3598600"/>
              <a:ext cx="54850" cy="54825"/>
            </a:xfrm>
            <a:custGeom>
              <a:rect b="b" l="l" r="r" t="t"/>
              <a:pathLst>
                <a:path extrusionOk="0" h="2193" w="2194">
                  <a:moveTo>
                    <a:pt x="1097" y="1"/>
                  </a:moveTo>
                  <a:cubicBezTo>
                    <a:pt x="488" y="1"/>
                    <a:pt x="1" y="488"/>
                    <a:pt x="1" y="1097"/>
                  </a:cubicBezTo>
                  <a:cubicBezTo>
                    <a:pt x="1" y="1706"/>
                    <a:pt x="488" y="2193"/>
                    <a:pt x="1097" y="2193"/>
                  </a:cubicBezTo>
                  <a:cubicBezTo>
                    <a:pt x="1706" y="2193"/>
                    <a:pt x="2193" y="1706"/>
                    <a:pt x="2193" y="1097"/>
                  </a:cubicBezTo>
                  <a:cubicBezTo>
                    <a:pt x="2193" y="488"/>
                    <a:pt x="1706" y="1"/>
                    <a:pt x="1097"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32"/>
            <p:cNvSpPr/>
            <p:nvPr/>
          </p:nvSpPr>
          <p:spPr>
            <a:xfrm>
              <a:off x="6556775" y="3598600"/>
              <a:ext cx="54825" cy="54825"/>
            </a:xfrm>
            <a:custGeom>
              <a:rect b="b" l="l" r="r" t="t"/>
              <a:pathLst>
                <a:path extrusionOk="0" h="2193" w="2193">
                  <a:moveTo>
                    <a:pt x="1096" y="1"/>
                  </a:moveTo>
                  <a:cubicBezTo>
                    <a:pt x="487" y="1"/>
                    <a:pt x="0" y="488"/>
                    <a:pt x="0" y="1097"/>
                  </a:cubicBezTo>
                  <a:cubicBezTo>
                    <a:pt x="0" y="1706"/>
                    <a:pt x="487" y="2193"/>
                    <a:pt x="1096" y="2193"/>
                  </a:cubicBezTo>
                  <a:cubicBezTo>
                    <a:pt x="1705" y="2193"/>
                    <a:pt x="2192" y="1706"/>
                    <a:pt x="2192" y="1097"/>
                  </a:cubicBezTo>
                  <a:cubicBezTo>
                    <a:pt x="2192" y="488"/>
                    <a:pt x="1705" y="1"/>
                    <a:pt x="1096" y="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Background</a:t>
            </a:r>
            <a:endParaRPr/>
          </a:p>
        </p:txBody>
      </p:sp>
      <p:sp>
        <p:nvSpPr>
          <p:cNvPr id="527" name="Google Shape;527;p33"/>
          <p:cNvSpPr/>
          <p:nvPr/>
        </p:nvSpPr>
        <p:spPr>
          <a:xfrm>
            <a:off x="514800" y="1147875"/>
            <a:ext cx="8114400" cy="879300"/>
          </a:xfrm>
          <a:prstGeom prst="roundRect">
            <a:avLst>
              <a:gd fmla="val 16667" name="adj"/>
            </a:avLst>
          </a:prstGeom>
          <a:solidFill>
            <a:schemeClr val="accent3"/>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200"/>
              </a:spcBef>
              <a:spcAft>
                <a:spcPts val="1200"/>
              </a:spcAft>
              <a:buNone/>
            </a:pPr>
            <a:r>
              <a:rPr b="1" lang="en">
                <a:solidFill>
                  <a:schemeClr val="dk1"/>
                </a:solidFill>
                <a:latin typeface="Assistant"/>
                <a:ea typeface="Assistant"/>
                <a:cs typeface="Assistant"/>
                <a:sym typeface="Assistant"/>
              </a:rPr>
              <a:t>Heat-related illness (HRI) </a:t>
            </a:r>
            <a:r>
              <a:rPr lang="en">
                <a:solidFill>
                  <a:schemeClr val="dk1"/>
                </a:solidFill>
                <a:latin typeface="Assistant"/>
                <a:ea typeface="Assistant"/>
                <a:cs typeface="Assistant"/>
                <a:sym typeface="Assistant"/>
              </a:rPr>
              <a:t>among farmworkers in the southern United States is a major public health concern.</a:t>
            </a:r>
            <a:endParaRPr>
              <a:solidFill>
                <a:schemeClr val="dk1"/>
              </a:solidFill>
              <a:latin typeface="Assistant Medium"/>
              <a:ea typeface="Assistant Medium"/>
              <a:cs typeface="Assistant Medium"/>
              <a:sym typeface="Assistant Medium"/>
            </a:endParaRPr>
          </a:p>
        </p:txBody>
      </p:sp>
      <p:grpSp>
        <p:nvGrpSpPr>
          <p:cNvPr id="528" name="Google Shape;528;p33"/>
          <p:cNvGrpSpPr/>
          <p:nvPr/>
        </p:nvGrpSpPr>
        <p:grpSpPr>
          <a:xfrm>
            <a:off x="483150" y="2138388"/>
            <a:ext cx="8177700" cy="1857913"/>
            <a:chOff x="619350" y="2138388"/>
            <a:chExt cx="8177700" cy="1857913"/>
          </a:xfrm>
        </p:grpSpPr>
        <p:sp>
          <p:nvSpPr>
            <p:cNvPr id="529" name="Google Shape;529;p33"/>
            <p:cNvSpPr/>
            <p:nvPr/>
          </p:nvSpPr>
          <p:spPr>
            <a:xfrm>
              <a:off x="619350" y="2149075"/>
              <a:ext cx="2432400" cy="18471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200"/>
                </a:spcBef>
                <a:spcAft>
                  <a:spcPts val="1200"/>
                </a:spcAft>
                <a:buNone/>
              </a:pPr>
              <a:r>
                <a:rPr b="1" lang="en" sz="1500">
                  <a:solidFill>
                    <a:schemeClr val="dk1"/>
                  </a:solidFill>
                  <a:latin typeface="Assistant"/>
                  <a:ea typeface="Assistant"/>
                  <a:cs typeface="Assistant"/>
                  <a:sym typeface="Assistant"/>
                </a:rPr>
                <a:t>90% </a:t>
              </a:r>
              <a:r>
                <a:rPr lang="en" sz="1500">
                  <a:solidFill>
                    <a:schemeClr val="dk1"/>
                  </a:solidFill>
                  <a:latin typeface="Assistant"/>
                  <a:ea typeface="Assistant"/>
                  <a:cs typeface="Assistant"/>
                  <a:sym typeface="Assistant"/>
                </a:rPr>
                <a:t>of farmworkers experience </a:t>
              </a:r>
              <a:r>
                <a:rPr b="1" lang="en" sz="1500">
                  <a:solidFill>
                    <a:schemeClr val="dk1"/>
                  </a:solidFill>
                  <a:latin typeface="Assistant"/>
                  <a:ea typeface="Assistant"/>
                  <a:cs typeface="Assistant"/>
                  <a:sym typeface="Assistant"/>
                </a:rPr>
                <a:t>extreme heat exposure</a:t>
              </a:r>
              <a:r>
                <a:rPr lang="en" sz="1500">
                  <a:solidFill>
                    <a:schemeClr val="dk1"/>
                  </a:solidFill>
                  <a:latin typeface="Assistant"/>
                  <a:ea typeface="Assistant"/>
                  <a:cs typeface="Assistant"/>
                  <a:sym typeface="Assistant"/>
                </a:rPr>
                <a:t> and report symptoms of heat illness</a:t>
              </a:r>
              <a:r>
                <a:rPr baseline="30000" lang="en" sz="1500">
                  <a:solidFill>
                    <a:schemeClr val="dk1"/>
                  </a:solidFill>
                  <a:latin typeface="Assistant"/>
                  <a:ea typeface="Assistant"/>
                  <a:cs typeface="Assistant"/>
                  <a:sym typeface="Assistant"/>
                </a:rPr>
                <a:t>1</a:t>
              </a:r>
              <a:endParaRPr sz="1500">
                <a:solidFill>
                  <a:schemeClr val="dk1"/>
                </a:solidFill>
                <a:latin typeface="Assistant Medium"/>
                <a:ea typeface="Assistant Medium"/>
                <a:cs typeface="Assistant Medium"/>
                <a:sym typeface="Assistant Medium"/>
              </a:endParaRPr>
            </a:p>
          </p:txBody>
        </p:sp>
        <p:sp>
          <p:nvSpPr>
            <p:cNvPr id="530" name="Google Shape;530;p33"/>
            <p:cNvSpPr/>
            <p:nvPr/>
          </p:nvSpPr>
          <p:spPr>
            <a:xfrm>
              <a:off x="3219600" y="2138388"/>
              <a:ext cx="2704800" cy="18471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200"/>
                </a:spcBef>
                <a:spcAft>
                  <a:spcPts val="1200"/>
                </a:spcAft>
                <a:buNone/>
              </a:pPr>
              <a:r>
                <a:rPr lang="en">
                  <a:solidFill>
                    <a:schemeClr val="dk1"/>
                  </a:solidFill>
                  <a:latin typeface="Assistant"/>
                  <a:ea typeface="Assistant"/>
                  <a:cs typeface="Assistant"/>
                  <a:sym typeface="Assistant"/>
                </a:rPr>
                <a:t>Symptoms include </a:t>
              </a:r>
              <a:r>
                <a:rPr b="1" lang="en">
                  <a:solidFill>
                    <a:schemeClr val="dk1"/>
                  </a:solidFill>
                  <a:latin typeface="Assistant"/>
                  <a:ea typeface="Assistant"/>
                  <a:cs typeface="Assistant"/>
                  <a:sym typeface="Assistant"/>
                </a:rPr>
                <a:t>heat stroke and death</a:t>
              </a:r>
              <a:r>
                <a:rPr lang="en">
                  <a:solidFill>
                    <a:schemeClr val="dk1"/>
                  </a:solidFill>
                  <a:latin typeface="Assistant"/>
                  <a:ea typeface="Assistant"/>
                  <a:cs typeface="Assistant"/>
                  <a:sym typeface="Assistant"/>
                </a:rPr>
                <a:t>; and farmworkers have a </a:t>
              </a:r>
              <a:r>
                <a:rPr b="1" lang="en">
                  <a:solidFill>
                    <a:schemeClr val="dk1"/>
                  </a:solidFill>
                  <a:latin typeface="Assistant"/>
                  <a:ea typeface="Assistant"/>
                  <a:cs typeface="Assistant"/>
                  <a:sym typeface="Assistant"/>
                </a:rPr>
                <a:t>higher mortality rate</a:t>
              </a:r>
              <a:r>
                <a:rPr lang="en">
                  <a:solidFill>
                    <a:schemeClr val="dk1"/>
                  </a:solidFill>
                  <a:latin typeface="Assistant"/>
                  <a:ea typeface="Assistant"/>
                  <a:cs typeface="Assistant"/>
                  <a:sym typeface="Assistant"/>
                </a:rPr>
                <a:t> than other US workers</a:t>
              </a:r>
              <a:r>
                <a:rPr baseline="30000" lang="en">
                  <a:solidFill>
                    <a:schemeClr val="dk1"/>
                  </a:solidFill>
                  <a:latin typeface="Assistant"/>
                  <a:ea typeface="Assistant"/>
                  <a:cs typeface="Assistant"/>
                  <a:sym typeface="Assistant"/>
                </a:rPr>
                <a:t>2</a:t>
              </a:r>
              <a:r>
                <a:rPr lang="en">
                  <a:solidFill>
                    <a:schemeClr val="dk1"/>
                  </a:solidFill>
                  <a:latin typeface="Assistant"/>
                  <a:ea typeface="Assistant"/>
                  <a:cs typeface="Assistant"/>
                  <a:sym typeface="Assistant"/>
                </a:rPr>
                <a:t> </a:t>
              </a:r>
              <a:endParaRPr b="1" sz="1500">
                <a:solidFill>
                  <a:schemeClr val="dk1"/>
                </a:solidFill>
                <a:latin typeface="Assistant"/>
                <a:ea typeface="Assistant"/>
                <a:cs typeface="Assistant"/>
                <a:sym typeface="Assistant"/>
              </a:endParaRPr>
            </a:p>
          </p:txBody>
        </p:sp>
        <p:sp>
          <p:nvSpPr>
            <p:cNvPr id="531" name="Google Shape;531;p33"/>
            <p:cNvSpPr/>
            <p:nvPr/>
          </p:nvSpPr>
          <p:spPr>
            <a:xfrm>
              <a:off x="6092250" y="2178000"/>
              <a:ext cx="2704800" cy="18183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200"/>
                </a:spcBef>
                <a:spcAft>
                  <a:spcPts val="1200"/>
                </a:spcAft>
                <a:buNone/>
              </a:pPr>
              <a:r>
                <a:rPr lang="en">
                  <a:solidFill>
                    <a:schemeClr val="dk1"/>
                  </a:solidFill>
                  <a:latin typeface="Assistant"/>
                  <a:ea typeface="Assistant"/>
                  <a:cs typeface="Assistant"/>
                  <a:sym typeface="Assistant"/>
                </a:rPr>
                <a:t>Factors like </a:t>
              </a:r>
              <a:r>
                <a:rPr lang="en">
                  <a:solidFill>
                    <a:schemeClr val="dk1"/>
                  </a:solidFill>
                  <a:latin typeface="Assistant"/>
                  <a:ea typeface="Assistant"/>
                  <a:cs typeface="Assistant"/>
                  <a:sym typeface="Assistant"/>
                </a:rPr>
                <a:t>low wages, piece-rate pay, limited access to water, shade, and breaks, and inadequate housing conditions </a:t>
              </a:r>
              <a:r>
                <a:rPr b="1" lang="en">
                  <a:solidFill>
                    <a:schemeClr val="dk1"/>
                  </a:solidFill>
                  <a:latin typeface="Assistant"/>
                  <a:ea typeface="Assistant"/>
                  <a:cs typeface="Assistant"/>
                  <a:sym typeface="Assistant"/>
                </a:rPr>
                <a:t>exacerbate </a:t>
              </a:r>
              <a:r>
                <a:rPr lang="en">
                  <a:solidFill>
                    <a:schemeClr val="dk1"/>
                  </a:solidFill>
                  <a:latin typeface="Assistant"/>
                  <a:ea typeface="Assistant"/>
                  <a:cs typeface="Assistant"/>
                  <a:sym typeface="Assistant"/>
                </a:rPr>
                <a:t>the issue</a:t>
              </a:r>
              <a:r>
                <a:rPr baseline="30000" lang="en">
                  <a:solidFill>
                    <a:schemeClr val="dk1"/>
                  </a:solidFill>
                  <a:latin typeface="Assistant"/>
                  <a:ea typeface="Assistant"/>
                  <a:cs typeface="Assistant"/>
                  <a:sym typeface="Assistant"/>
                </a:rPr>
                <a:t>3,4</a:t>
              </a:r>
              <a:endParaRPr baseline="30000" sz="1500">
                <a:solidFill>
                  <a:schemeClr val="dk1"/>
                </a:solidFill>
                <a:latin typeface="Assistant Medium"/>
                <a:ea typeface="Assistant Medium"/>
                <a:cs typeface="Assistant Medium"/>
                <a:sym typeface="Assistant Medium"/>
              </a:endParaRPr>
            </a:p>
          </p:txBody>
        </p:sp>
      </p:grpSp>
      <p:sp>
        <p:nvSpPr>
          <p:cNvPr id="532" name="Google Shape;532;p33"/>
          <p:cNvSpPr txBox="1"/>
          <p:nvPr/>
        </p:nvSpPr>
        <p:spPr>
          <a:xfrm>
            <a:off x="483150" y="4096725"/>
            <a:ext cx="8114400" cy="681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en" sz="1500">
                <a:solidFill>
                  <a:schemeClr val="dk1"/>
                </a:solidFill>
                <a:latin typeface="Assistant"/>
                <a:ea typeface="Assistant"/>
                <a:cs typeface="Assistant"/>
                <a:sym typeface="Assistant"/>
              </a:rPr>
              <a:t>Climate change promises to worsen conditions, with rising temperatures expected to increase both exposure and health risks.</a:t>
            </a:r>
            <a:r>
              <a:rPr b="1" baseline="30000" lang="en" sz="1500">
                <a:solidFill>
                  <a:schemeClr val="dk1"/>
                </a:solidFill>
                <a:latin typeface="Assistant"/>
                <a:ea typeface="Assistant"/>
                <a:cs typeface="Assistant"/>
                <a:sym typeface="Assistant"/>
              </a:rPr>
              <a:t>5</a:t>
            </a:r>
            <a:endParaRPr b="1" baseline="30000" sz="1200">
              <a:solidFill>
                <a:schemeClr val="dk1"/>
              </a:solidFill>
              <a:latin typeface="Assistant"/>
              <a:ea typeface="Assistant"/>
              <a:cs typeface="Assistant"/>
              <a:sym typeface="Assistan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Systems Map</a:t>
            </a:r>
            <a:endParaRPr/>
          </a:p>
        </p:txBody>
      </p:sp>
      <p:pic>
        <p:nvPicPr>
          <p:cNvPr id="538" name="Google Shape;538;p34"/>
          <p:cNvPicPr preferRelativeResize="0"/>
          <p:nvPr/>
        </p:nvPicPr>
        <p:blipFill rotWithShape="1">
          <a:blip r:embed="rId3">
            <a:alphaModFix/>
          </a:blip>
          <a:srcRect b="4725" l="2995" r="4008" t="5104"/>
          <a:stretch/>
        </p:blipFill>
        <p:spPr>
          <a:xfrm>
            <a:off x="2841900" y="1221438"/>
            <a:ext cx="5582099" cy="3050374"/>
          </a:xfrm>
          <a:prstGeom prst="rect">
            <a:avLst/>
          </a:prstGeom>
          <a:noFill/>
          <a:ln>
            <a:noFill/>
          </a:ln>
        </p:spPr>
      </p:pic>
      <p:sp>
        <p:nvSpPr>
          <p:cNvPr id="539" name="Google Shape;539;p34"/>
          <p:cNvSpPr txBox="1"/>
          <p:nvPr/>
        </p:nvSpPr>
        <p:spPr>
          <a:xfrm>
            <a:off x="576075" y="4267225"/>
            <a:ext cx="77529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Assistant"/>
                <a:ea typeface="Assistant"/>
                <a:cs typeface="Assistant"/>
                <a:sym typeface="Assistant"/>
              </a:rPr>
              <a:t>Quality of Workplace Conditions directly and indirectly influences Incidence of heat exposure illnesses and is the best area to implement an intervention. </a:t>
            </a:r>
            <a:endParaRPr b="1">
              <a:solidFill>
                <a:schemeClr val="dk1"/>
              </a:solidFill>
              <a:latin typeface="Assistant"/>
              <a:ea typeface="Assistant"/>
              <a:cs typeface="Assistant"/>
              <a:sym typeface="Assistant"/>
            </a:endParaRPr>
          </a:p>
        </p:txBody>
      </p:sp>
      <p:sp>
        <p:nvSpPr>
          <p:cNvPr id="540" name="Google Shape;540;p34"/>
          <p:cNvSpPr txBox="1"/>
          <p:nvPr/>
        </p:nvSpPr>
        <p:spPr>
          <a:xfrm>
            <a:off x="372000" y="1221450"/>
            <a:ext cx="2469900" cy="210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1200">
                <a:solidFill>
                  <a:schemeClr val="dk1"/>
                </a:solidFill>
                <a:latin typeface="Assistant"/>
                <a:ea typeface="Assistant"/>
                <a:cs typeface="Assistant"/>
                <a:sym typeface="Assistant"/>
              </a:rPr>
              <a:t>Quality of Workplace Conditions: </a:t>
            </a:r>
            <a:endParaRPr b="1" i="1" sz="1200">
              <a:solidFill>
                <a:schemeClr val="dk1"/>
              </a:solidFill>
              <a:latin typeface="Assistant"/>
              <a:ea typeface="Assistant"/>
              <a:cs typeface="Assistant"/>
              <a:sym typeface="Assistant"/>
            </a:endParaRPr>
          </a:p>
          <a:p>
            <a:pPr indent="-304800" lvl="0" marL="457200" rtl="0" algn="l">
              <a:spcBef>
                <a:spcPts val="0"/>
              </a:spcBef>
              <a:spcAft>
                <a:spcPts val="0"/>
              </a:spcAft>
              <a:buClr>
                <a:schemeClr val="dk1"/>
              </a:buClr>
              <a:buSzPts val="1200"/>
              <a:buFont typeface="Assistant Medium"/>
              <a:buChar char="-"/>
            </a:pPr>
            <a:r>
              <a:rPr b="1" lang="en" sz="1200">
                <a:solidFill>
                  <a:schemeClr val="dk1"/>
                </a:solidFill>
                <a:latin typeface="Assistant"/>
                <a:ea typeface="Assistant"/>
                <a:cs typeface="Assistant"/>
                <a:sym typeface="Assistant"/>
              </a:rPr>
              <a:t>Medium </a:t>
            </a:r>
            <a:r>
              <a:rPr lang="en" sz="1200">
                <a:solidFill>
                  <a:schemeClr val="dk1"/>
                </a:solidFill>
                <a:latin typeface="Assistant Medium"/>
                <a:ea typeface="Assistant Medium"/>
                <a:cs typeface="Assistant Medium"/>
                <a:sym typeface="Assistant Medium"/>
              </a:rPr>
              <a:t>changeability </a:t>
            </a:r>
            <a:endParaRPr sz="1200">
              <a:solidFill>
                <a:schemeClr val="dk1"/>
              </a:solidFill>
              <a:latin typeface="Assistant Medium"/>
              <a:ea typeface="Assistant Medium"/>
              <a:cs typeface="Assistant Medium"/>
              <a:sym typeface="Assistant Medium"/>
            </a:endParaRPr>
          </a:p>
          <a:p>
            <a:pPr indent="-304800" lvl="0" marL="457200" rtl="0" algn="l">
              <a:spcBef>
                <a:spcPts val="0"/>
              </a:spcBef>
              <a:spcAft>
                <a:spcPts val="0"/>
              </a:spcAft>
              <a:buClr>
                <a:schemeClr val="dk1"/>
              </a:buClr>
              <a:buSzPts val="1200"/>
              <a:buFont typeface="Assistant Medium"/>
              <a:buChar char="-"/>
            </a:pPr>
            <a:r>
              <a:rPr b="1" lang="en" sz="1200">
                <a:solidFill>
                  <a:schemeClr val="dk1"/>
                </a:solidFill>
                <a:latin typeface="Assistant"/>
                <a:ea typeface="Assistant"/>
                <a:cs typeface="Assistant"/>
                <a:sym typeface="Assistant"/>
              </a:rPr>
              <a:t>High </a:t>
            </a:r>
            <a:r>
              <a:rPr lang="en" sz="1200">
                <a:solidFill>
                  <a:schemeClr val="dk1"/>
                </a:solidFill>
                <a:latin typeface="Assistant Medium"/>
                <a:ea typeface="Assistant Medium"/>
                <a:cs typeface="Assistant Medium"/>
                <a:sym typeface="Assistant Medium"/>
              </a:rPr>
              <a:t>importance </a:t>
            </a:r>
            <a:endParaRPr sz="1200">
              <a:solidFill>
                <a:schemeClr val="dk1"/>
              </a:solidFill>
              <a:latin typeface="Assistant Medium"/>
              <a:ea typeface="Assistant Medium"/>
              <a:cs typeface="Assistant Medium"/>
              <a:sym typeface="Assistant Medium"/>
            </a:endParaRPr>
          </a:p>
          <a:p>
            <a:pPr indent="-304800" lvl="0" marL="457200" rtl="0" algn="l">
              <a:spcBef>
                <a:spcPts val="0"/>
              </a:spcBef>
              <a:spcAft>
                <a:spcPts val="0"/>
              </a:spcAft>
              <a:buClr>
                <a:schemeClr val="dk1"/>
              </a:buClr>
              <a:buSzPts val="1200"/>
              <a:buFont typeface="Assistant Medium"/>
              <a:buChar char="-"/>
            </a:pPr>
            <a:r>
              <a:rPr b="1" lang="en" sz="1200">
                <a:solidFill>
                  <a:schemeClr val="dk1"/>
                </a:solidFill>
                <a:latin typeface="Assistant"/>
                <a:ea typeface="Assistant"/>
                <a:cs typeface="Assistant"/>
                <a:sym typeface="Assistant"/>
              </a:rPr>
              <a:t>Upstream </a:t>
            </a:r>
            <a:r>
              <a:rPr lang="en" sz="1200">
                <a:solidFill>
                  <a:schemeClr val="dk1"/>
                </a:solidFill>
                <a:latin typeface="Assistant Medium"/>
                <a:ea typeface="Assistant Medium"/>
                <a:cs typeface="Assistant Medium"/>
                <a:sym typeface="Assistant Medium"/>
              </a:rPr>
              <a:t>of level of labor intensity and incidence of heat exposure illnesses (HEIs) </a:t>
            </a:r>
            <a:endParaRPr sz="1200">
              <a:solidFill>
                <a:schemeClr val="dk1"/>
              </a:solidFill>
              <a:latin typeface="Assistant Medium"/>
              <a:ea typeface="Assistant Medium"/>
              <a:cs typeface="Assistant Medium"/>
              <a:sym typeface="Assistant Medium"/>
            </a:endParaRPr>
          </a:p>
          <a:p>
            <a:pPr indent="-304800" lvl="0" marL="457200" rtl="0" algn="l">
              <a:spcBef>
                <a:spcPts val="0"/>
              </a:spcBef>
              <a:spcAft>
                <a:spcPts val="0"/>
              </a:spcAft>
              <a:buClr>
                <a:schemeClr val="dk1"/>
              </a:buClr>
              <a:buSzPts val="1200"/>
              <a:buFont typeface="Assistant Medium"/>
              <a:buChar char="-"/>
            </a:pPr>
            <a:r>
              <a:rPr b="1" lang="en" sz="1200">
                <a:solidFill>
                  <a:schemeClr val="dk1"/>
                </a:solidFill>
                <a:latin typeface="Assistant"/>
                <a:ea typeface="Assistant"/>
                <a:cs typeface="Assistant"/>
                <a:sym typeface="Assistant"/>
              </a:rPr>
              <a:t>Downstream </a:t>
            </a:r>
            <a:r>
              <a:rPr lang="en" sz="1200">
                <a:solidFill>
                  <a:schemeClr val="dk1"/>
                </a:solidFill>
                <a:latin typeface="Assistant Medium"/>
                <a:ea typeface="Assistant Medium"/>
                <a:cs typeface="Assistant Medium"/>
                <a:sym typeface="Assistant Medium"/>
              </a:rPr>
              <a:t>of regulatory policies</a:t>
            </a:r>
            <a:endParaRPr sz="1200">
              <a:solidFill>
                <a:schemeClr val="dk1"/>
              </a:solidFill>
              <a:latin typeface="Assistant Medium"/>
              <a:ea typeface="Assistant Medium"/>
              <a:cs typeface="Assistant Medium"/>
              <a:sym typeface="Assistant Medium"/>
            </a:endParaRPr>
          </a:p>
          <a:p>
            <a:pPr indent="-304800" lvl="0" marL="457200" rtl="0" algn="l">
              <a:spcBef>
                <a:spcPts val="0"/>
              </a:spcBef>
              <a:spcAft>
                <a:spcPts val="0"/>
              </a:spcAft>
              <a:buClr>
                <a:schemeClr val="dk1"/>
              </a:buClr>
              <a:buSzPts val="1200"/>
              <a:buFont typeface="Assistant Medium"/>
              <a:buChar char="-"/>
            </a:pPr>
            <a:r>
              <a:rPr b="1" lang="en" sz="1200">
                <a:solidFill>
                  <a:schemeClr val="dk1"/>
                </a:solidFill>
                <a:latin typeface="Assistant"/>
                <a:ea typeface="Assistant"/>
                <a:cs typeface="Assistant"/>
                <a:sym typeface="Assistant"/>
              </a:rPr>
              <a:t>SEF</a:t>
            </a:r>
            <a:r>
              <a:rPr lang="en" sz="1200">
                <a:solidFill>
                  <a:schemeClr val="dk1"/>
                </a:solidFill>
                <a:latin typeface="Assistant Medium"/>
                <a:ea typeface="Assistant Medium"/>
                <a:cs typeface="Assistant Medium"/>
                <a:sym typeface="Assistant Medium"/>
              </a:rPr>
              <a:t>: Community Level</a:t>
            </a:r>
            <a:endParaRPr sz="1200">
              <a:solidFill>
                <a:schemeClr val="dk1"/>
              </a:solidFill>
              <a:latin typeface="Assistant Medium"/>
              <a:ea typeface="Assistant Medium"/>
              <a:cs typeface="Assistant Medium"/>
              <a:sym typeface="Assistant Medium"/>
            </a:endParaRPr>
          </a:p>
          <a:p>
            <a:pPr indent="0" lvl="0" marL="0" rtl="0" algn="l">
              <a:spcBef>
                <a:spcPts val="0"/>
              </a:spcBef>
              <a:spcAft>
                <a:spcPts val="0"/>
              </a:spcAft>
              <a:buNone/>
            </a:pPr>
            <a:r>
              <a:t/>
            </a:r>
            <a:endParaRPr sz="1200">
              <a:solidFill>
                <a:schemeClr val="dk1"/>
              </a:solidFill>
              <a:latin typeface="Assistant Medium"/>
              <a:ea typeface="Assistant Medium"/>
              <a:cs typeface="Assistant Medium"/>
              <a:sym typeface="Assistant Medium"/>
            </a:endParaRPr>
          </a:p>
        </p:txBody>
      </p:sp>
      <p:sp>
        <p:nvSpPr>
          <p:cNvPr id="541" name="Google Shape;541;p34"/>
          <p:cNvSpPr/>
          <p:nvPr/>
        </p:nvSpPr>
        <p:spPr>
          <a:xfrm>
            <a:off x="2686550" y="1720200"/>
            <a:ext cx="1831800" cy="1107000"/>
          </a:xfrm>
          <a:prstGeom prst="ellipse">
            <a:avLst/>
          </a:prstGeom>
          <a:noFill/>
          <a:ln cap="flat" cmpd="sng" w="38100">
            <a:solidFill>
              <a:srgbClr val="A7291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ssistant Medium"/>
              <a:ea typeface="Assistant Medium"/>
              <a:cs typeface="Assistant Medium"/>
              <a:sym typeface="Assistant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35"/>
          <p:cNvSpPr txBox="1"/>
          <p:nvPr>
            <p:ph type="title"/>
          </p:nvPr>
        </p:nvSpPr>
        <p:spPr>
          <a:xfrm>
            <a:off x="720000" y="445025"/>
            <a:ext cx="7704000" cy="984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800"/>
              <a:t>Intervention: Hydration Backpack Systems</a:t>
            </a:r>
            <a:r>
              <a:rPr baseline="30000" lang="en" sz="2800"/>
              <a:t>6</a:t>
            </a:r>
            <a:endParaRPr sz="1000" u="sng">
              <a:highlight>
                <a:srgbClr val="FFFF00"/>
              </a:highlight>
            </a:endParaRPr>
          </a:p>
        </p:txBody>
      </p:sp>
      <p:graphicFrame>
        <p:nvGraphicFramePr>
          <p:cNvPr id="547" name="Google Shape;547;p35"/>
          <p:cNvGraphicFramePr/>
          <p:nvPr/>
        </p:nvGraphicFramePr>
        <p:xfrm>
          <a:off x="145713" y="1250300"/>
          <a:ext cx="3000000" cy="3000000"/>
        </p:xfrm>
        <a:graphic>
          <a:graphicData uri="http://schemas.openxmlformats.org/drawingml/2006/table">
            <a:tbl>
              <a:tblPr>
                <a:noFill/>
                <a:tableStyleId>{9032843C-6531-487A-AE5A-FDD01C72E7F7}</a:tableStyleId>
              </a:tblPr>
              <a:tblGrid>
                <a:gridCol w="1327250"/>
                <a:gridCol w="7525300"/>
              </a:tblGrid>
              <a:tr h="350350">
                <a:tc>
                  <a:txBody>
                    <a:bodyPr/>
                    <a:lstStyle/>
                    <a:p>
                      <a:pPr indent="0" lvl="0" marL="0" rtl="0" algn="l">
                        <a:spcBef>
                          <a:spcPts val="0"/>
                        </a:spcBef>
                        <a:spcAft>
                          <a:spcPts val="0"/>
                        </a:spcAft>
                        <a:buNone/>
                      </a:pPr>
                      <a:r>
                        <a:rPr b="1" lang="en" sz="1200">
                          <a:latin typeface="Assistant"/>
                          <a:ea typeface="Assistant"/>
                          <a:cs typeface="Assistant"/>
                          <a:sym typeface="Assistant"/>
                        </a:rPr>
                        <a:t>Reach </a:t>
                      </a:r>
                      <a:endParaRPr b="1" sz="1200">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FC5E8"/>
                    </a:solidFill>
                  </a:tcPr>
                </a:tc>
                <a:tc>
                  <a:txBody>
                    <a:bodyPr/>
                    <a:lstStyle/>
                    <a:p>
                      <a:pPr indent="-304800" lvl="0" marL="457200" rtl="0" algn="l">
                        <a:spcBef>
                          <a:spcPts val="0"/>
                        </a:spcBef>
                        <a:spcAft>
                          <a:spcPts val="0"/>
                        </a:spcAft>
                        <a:buClr>
                          <a:schemeClr val="dk1"/>
                        </a:buClr>
                        <a:buSzPts val="1200"/>
                        <a:buFont typeface="Assistant"/>
                        <a:buChar char="➔"/>
                      </a:pPr>
                      <a:r>
                        <a:rPr lang="en" sz="1200">
                          <a:solidFill>
                            <a:schemeClr val="dk1"/>
                          </a:solidFill>
                          <a:latin typeface="Assistant"/>
                          <a:ea typeface="Assistant"/>
                          <a:cs typeface="Assistant"/>
                          <a:sym typeface="Assistant"/>
                        </a:rPr>
                        <a:t>Farmworkers in eastern North Carolina receive hydration backpacks in early growing seasons </a:t>
                      </a:r>
                      <a:endParaRPr sz="1200">
                        <a:solidFill>
                          <a:schemeClr val="dk1"/>
                        </a:solidFill>
                        <a:latin typeface="Assistant"/>
                        <a:ea typeface="Assistant"/>
                        <a:cs typeface="Assistant"/>
                        <a:sym typeface="Assistant"/>
                      </a:endParaRPr>
                    </a:p>
                    <a:p>
                      <a:pPr indent="-304800" lvl="0" marL="457200" rtl="0" algn="l">
                        <a:spcBef>
                          <a:spcPts val="0"/>
                        </a:spcBef>
                        <a:spcAft>
                          <a:spcPts val="0"/>
                        </a:spcAft>
                        <a:buClr>
                          <a:schemeClr val="dk1"/>
                        </a:buClr>
                        <a:buSzPts val="1200"/>
                        <a:buFont typeface="Assistant"/>
                        <a:buChar char="➔"/>
                      </a:pPr>
                      <a:r>
                        <a:rPr lang="en" sz="1200">
                          <a:solidFill>
                            <a:schemeClr val="dk1"/>
                          </a:solidFill>
                          <a:latin typeface="Assistant"/>
                          <a:ea typeface="Assistant"/>
                          <a:cs typeface="Assistant"/>
                          <a:sym typeface="Assistant"/>
                        </a:rPr>
                        <a:t>Of those who received backpacks, 47 male Latino and migrant farmworkers (with H-2A guest worker visa) participated in surveys via convenience sample</a:t>
                      </a:r>
                      <a:endParaRPr sz="1200">
                        <a:solidFill>
                          <a:schemeClr val="dk1"/>
                        </a:solidFill>
                        <a:latin typeface="Assistant"/>
                        <a:ea typeface="Assistant"/>
                        <a:cs typeface="Assistant"/>
                        <a:sym typeface="Assistant"/>
                      </a:endParaRPr>
                    </a:p>
                    <a:p>
                      <a:pPr indent="-304800" lvl="1" marL="914400" rtl="0" algn="l">
                        <a:spcBef>
                          <a:spcPts val="0"/>
                        </a:spcBef>
                        <a:spcAft>
                          <a:spcPts val="0"/>
                        </a:spcAft>
                        <a:buClr>
                          <a:schemeClr val="dk1"/>
                        </a:buClr>
                        <a:buSzPts val="1200"/>
                        <a:buFont typeface="Assistant"/>
                        <a:buChar char="◆"/>
                      </a:pPr>
                      <a:r>
                        <a:rPr lang="en" sz="1200">
                          <a:solidFill>
                            <a:schemeClr val="dk1"/>
                          </a:solidFill>
                          <a:latin typeface="Assistant"/>
                          <a:ea typeface="Assistant"/>
                          <a:cs typeface="Assistant"/>
                          <a:sym typeface="Assistant"/>
                        </a:rPr>
                        <a:t>27% had graduated high school; 68% had some education</a:t>
                      </a:r>
                      <a:endParaRPr sz="1200" u="sng">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64925">
                <a:tc>
                  <a:txBody>
                    <a:bodyPr/>
                    <a:lstStyle/>
                    <a:p>
                      <a:pPr indent="0" lvl="0" marL="0" rtl="0" algn="l">
                        <a:spcBef>
                          <a:spcPts val="0"/>
                        </a:spcBef>
                        <a:spcAft>
                          <a:spcPts val="0"/>
                        </a:spcAft>
                        <a:buNone/>
                      </a:pPr>
                      <a:r>
                        <a:rPr b="1" lang="en" sz="1200">
                          <a:latin typeface="Assistant"/>
                          <a:ea typeface="Assistant"/>
                          <a:cs typeface="Assistant"/>
                          <a:sym typeface="Assistant"/>
                        </a:rPr>
                        <a:t>Effectiveness</a:t>
                      </a:r>
                      <a:endParaRPr b="1" sz="1200">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FC5E8"/>
                    </a:solidFill>
                  </a:tcPr>
                </a:tc>
                <a:tc>
                  <a:txBody>
                    <a:bodyPr/>
                    <a:lstStyle/>
                    <a:p>
                      <a:pPr indent="-304800" lvl="0" marL="457200" rtl="0" algn="l">
                        <a:spcBef>
                          <a:spcPts val="0"/>
                        </a:spcBef>
                        <a:spcAft>
                          <a:spcPts val="0"/>
                        </a:spcAft>
                        <a:buClr>
                          <a:schemeClr val="dk1"/>
                        </a:buClr>
                        <a:buSzPts val="1200"/>
                        <a:buFont typeface="Assistant"/>
                        <a:buChar char="➔"/>
                      </a:pPr>
                      <a:r>
                        <a:rPr lang="en" sz="1200">
                          <a:solidFill>
                            <a:schemeClr val="dk1"/>
                          </a:solidFill>
                          <a:latin typeface="Assistant"/>
                          <a:ea typeface="Assistant"/>
                          <a:cs typeface="Assistant"/>
                          <a:sym typeface="Assistant"/>
                        </a:rPr>
                        <a:t>Average of 4.8 ± 2.2 liters of water intake was reported, with 87% drinking water every 15 minutes</a:t>
                      </a:r>
                      <a:endParaRPr sz="1200">
                        <a:solidFill>
                          <a:schemeClr val="dk1"/>
                        </a:solidFill>
                        <a:latin typeface="Assistant"/>
                        <a:ea typeface="Assistant"/>
                        <a:cs typeface="Assistant"/>
                        <a:sym typeface="Assistant"/>
                      </a:endParaRPr>
                    </a:p>
                    <a:p>
                      <a:pPr indent="-304800" lvl="0" marL="457200" rtl="0" algn="l">
                        <a:spcBef>
                          <a:spcPts val="0"/>
                        </a:spcBef>
                        <a:spcAft>
                          <a:spcPts val="0"/>
                        </a:spcAft>
                        <a:buClr>
                          <a:schemeClr val="dk1"/>
                        </a:buClr>
                        <a:buSzPts val="1200"/>
                        <a:buFont typeface="Assistant"/>
                        <a:buChar char="➔"/>
                      </a:pPr>
                      <a:r>
                        <a:rPr lang="en" sz="1200">
                          <a:solidFill>
                            <a:schemeClr val="dk1"/>
                          </a:solidFill>
                          <a:latin typeface="Assistant"/>
                          <a:ea typeface="Assistant"/>
                          <a:cs typeface="Assistant"/>
                          <a:sym typeface="Assistant"/>
                        </a:rPr>
                        <a:t>Increased water consumption by 92% among farmworkers surveyed</a:t>
                      </a:r>
                      <a:r>
                        <a:rPr baseline="30000" lang="en" sz="1200">
                          <a:solidFill>
                            <a:schemeClr val="dk1"/>
                          </a:solidFill>
                          <a:latin typeface="Assistant"/>
                          <a:ea typeface="Assistant"/>
                          <a:cs typeface="Assistant"/>
                          <a:sym typeface="Assistant"/>
                        </a:rPr>
                        <a:t>7</a:t>
                      </a:r>
                      <a:endParaRPr b="1" sz="1200" u="sng">
                        <a:solidFill>
                          <a:schemeClr val="dk1"/>
                        </a:solidFill>
                        <a:highlight>
                          <a:srgbClr val="FFFF00"/>
                        </a:highlight>
                        <a:latin typeface="Assistant"/>
                        <a:ea typeface="Assistant"/>
                        <a:cs typeface="Assistant"/>
                        <a:sym typeface="Assistant"/>
                      </a:endParaRPr>
                    </a:p>
                    <a:p>
                      <a:pPr indent="-304800" lvl="0" marL="457200" rtl="0" algn="l">
                        <a:spcBef>
                          <a:spcPts val="0"/>
                        </a:spcBef>
                        <a:spcAft>
                          <a:spcPts val="0"/>
                        </a:spcAft>
                        <a:buClr>
                          <a:schemeClr val="dk1"/>
                        </a:buClr>
                        <a:buSzPts val="1200"/>
                        <a:buFont typeface="Assistant"/>
                        <a:buChar char="➔"/>
                      </a:pPr>
                      <a:r>
                        <a:rPr lang="en" sz="1200">
                          <a:solidFill>
                            <a:schemeClr val="dk1"/>
                          </a:solidFill>
                          <a:latin typeface="Assistant"/>
                          <a:ea typeface="Assistant"/>
                          <a:cs typeface="Assistant"/>
                          <a:sym typeface="Assistant"/>
                        </a:rPr>
                        <a:t>79% participants reported more water intake with backpack; 87% reported no interference with work</a:t>
                      </a:r>
                      <a:endParaRPr sz="1200">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5575">
                <a:tc>
                  <a:txBody>
                    <a:bodyPr/>
                    <a:lstStyle/>
                    <a:p>
                      <a:pPr indent="0" lvl="0" marL="0" rtl="0" algn="l">
                        <a:spcBef>
                          <a:spcPts val="0"/>
                        </a:spcBef>
                        <a:spcAft>
                          <a:spcPts val="0"/>
                        </a:spcAft>
                        <a:buNone/>
                      </a:pPr>
                      <a:r>
                        <a:rPr b="1" lang="en" sz="1200">
                          <a:latin typeface="Assistant"/>
                          <a:ea typeface="Assistant"/>
                          <a:cs typeface="Assistant"/>
                          <a:sym typeface="Assistant"/>
                        </a:rPr>
                        <a:t>Adoption</a:t>
                      </a:r>
                      <a:endParaRPr b="1" sz="1200">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FC5E8"/>
                    </a:solidFill>
                  </a:tcPr>
                </a:tc>
                <a:tc>
                  <a:txBody>
                    <a:bodyPr/>
                    <a:lstStyle/>
                    <a:p>
                      <a:pPr indent="-304800" lvl="0" marL="457200" rtl="0" algn="l">
                        <a:spcBef>
                          <a:spcPts val="0"/>
                        </a:spcBef>
                        <a:spcAft>
                          <a:spcPts val="0"/>
                        </a:spcAft>
                        <a:buClr>
                          <a:schemeClr val="dk1"/>
                        </a:buClr>
                        <a:buSzPts val="1200"/>
                        <a:buFont typeface="Assistant"/>
                        <a:buChar char="➔"/>
                      </a:pPr>
                      <a:r>
                        <a:rPr lang="en" sz="1200">
                          <a:solidFill>
                            <a:schemeClr val="dk1"/>
                          </a:solidFill>
                          <a:latin typeface="Assistant"/>
                          <a:ea typeface="Assistant"/>
                          <a:cs typeface="Assistant"/>
                          <a:sym typeface="Assistant"/>
                        </a:rPr>
                        <a:t>Partnership with Federally Qualified Health Center (FQHC) to purchase the backpacks </a:t>
                      </a:r>
                      <a:endParaRPr sz="1200">
                        <a:solidFill>
                          <a:schemeClr val="dk1"/>
                        </a:solidFill>
                        <a:latin typeface="Assistant"/>
                        <a:ea typeface="Assistant"/>
                        <a:cs typeface="Assistant"/>
                        <a:sym typeface="Assistant"/>
                      </a:endParaRPr>
                    </a:p>
                    <a:p>
                      <a:pPr indent="-304800" lvl="0" marL="457200" rtl="0" algn="l">
                        <a:spcBef>
                          <a:spcPts val="0"/>
                        </a:spcBef>
                        <a:spcAft>
                          <a:spcPts val="0"/>
                        </a:spcAft>
                        <a:buClr>
                          <a:schemeClr val="dk1"/>
                        </a:buClr>
                        <a:buSzPts val="1200"/>
                        <a:buFont typeface="Assistant"/>
                        <a:buChar char="➔"/>
                      </a:pPr>
                      <a:r>
                        <a:rPr lang="en" sz="1200">
                          <a:solidFill>
                            <a:schemeClr val="dk1"/>
                          </a:solidFill>
                          <a:latin typeface="Assistant"/>
                          <a:ea typeface="Assistant"/>
                          <a:cs typeface="Assistant"/>
                          <a:sym typeface="Assistant"/>
                        </a:rPr>
                        <a:t>Challenges on the compliance of employers to purchase hydration backpacks for employees. </a:t>
                      </a:r>
                      <a:endParaRPr sz="1200">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70375">
                <a:tc>
                  <a:txBody>
                    <a:bodyPr/>
                    <a:lstStyle/>
                    <a:p>
                      <a:pPr indent="0" lvl="0" marL="0" rtl="0" algn="l">
                        <a:spcBef>
                          <a:spcPts val="0"/>
                        </a:spcBef>
                        <a:spcAft>
                          <a:spcPts val="0"/>
                        </a:spcAft>
                        <a:buNone/>
                      </a:pPr>
                      <a:r>
                        <a:rPr b="1" lang="en" sz="1200">
                          <a:latin typeface="Assistant"/>
                          <a:ea typeface="Assistant"/>
                          <a:cs typeface="Assistant"/>
                          <a:sym typeface="Assistant"/>
                        </a:rPr>
                        <a:t>Implementation</a:t>
                      </a:r>
                      <a:endParaRPr b="1" sz="1200">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FC5E8"/>
                    </a:solidFill>
                  </a:tcPr>
                </a:tc>
                <a:tc>
                  <a:txBody>
                    <a:bodyPr/>
                    <a:lstStyle/>
                    <a:p>
                      <a:pPr indent="-304800" lvl="0" marL="457200" rtl="0" algn="l">
                        <a:spcBef>
                          <a:spcPts val="0"/>
                        </a:spcBef>
                        <a:spcAft>
                          <a:spcPts val="0"/>
                        </a:spcAft>
                        <a:buClr>
                          <a:schemeClr val="dk1"/>
                        </a:buClr>
                        <a:buSzPts val="1200"/>
                        <a:buFont typeface="Assistant"/>
                        <a:buChar char="➔"/>
                      </a:pPr>
                      <a:r>
                        <a:rPr lang="en" sz="1200">
                          <a:solidFill>
                            <a:schemeClr val="dk1"/>
                          </a:solidFill>
                          <a:latin typeface="Assistant"/>
                          <a:ea typeface="Assistant"/>
                          <a:cs typeface="Assistant"/>
                          <a:sym typeface="Assistant"/>
                        </a:rPr>
                        <a:t>92% reported the backpack was simple to implement in their work</a:t>
                      </a:r>
                      <a:endParaRPr sz="1200">
                        <a:solidFill>
                          <a:schemeClr val="dk1"/>
                        </a:solidFill>
                        <a:latin typeface="Assistant"/>
                        <a:ea typeface="Assistant"/>
                        <a:cs typeface="Assistant"/>
                        <a:sym typeface="Assistant"/>
                      </a:endParaRPr>
                    </a:p>
                    <a:p>
                      <a:pPr indent="-304800" lvl="0" marL="457200" rtl="0" algn="l">
                        <a:spcBef>
                          <a:spcPts val="0"/>
                        </a:spcBef>
                        <a:spcAft>
                          <a:spcPts val="0"/>
                        </a:spcAft>
                        <a:buClr>
                          <a:schemeClr val="dk1"/>
                        </a:buClr>
                        <a:buSzPts val="1200"/>
                        <a:buFont typeface="Assistant"/>
                        <a:buChar char="➔"/>
                      </a:pPr>
                      <a:r>
                        <a:rPr lang="en" sz="1200">
                          <a:solidFill>
                            <a:schemeClr val="dk1"/>
                          </a:solidFill>
                          <a:latin typeface="Assistant"/>
                          <a:ea typeface="Assistant"/>
                          <a:cs typeface="Assistant"/>
                          <a:sym typeface="Assistant"/>
                        </a:rPr>
                        <a:t>Backpacks from Stealth Angel Survival © that were 17’” tall and 7” wide ($20 for system cost)</a:t>
                      </a:r>
                      <a:endParaRPr sz="1200">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69100">
                <a:tc>
                  <a:txBody>
                    <a:bodyPr/>
                    <a:lstStyle/>
                    <a:p>
                      <a:pPr indent="0" lvl="0" marL="0" rtl="0" algn="l">
                        <a:spcBef>
                          <a:spcPts val="0"/>
                        </a:spcBef>
                        <a:spcAft>
                          <a:spcPts val="0"/>
                        </a:spcAft>
                        <a:buNone/>
                      </a:pPr>
                      <a:r>
                        <a:rPr b="1" lang="en" sz="1200">
                          <a:latin typeface="Assistant"/>
                          <a:ea typeface="Assistant"/>
                          <a:cs typeface="Assistant"/>
                          <a:sym typeface="Assistant"/>
                        </a:rPr>
                        <a:t>Maintenance</a:t>
                      </a:r>
                      <a:endParaRPr b="1" sz="1200">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FC5E8"/>
                    </a:solidFill>
                  </a:tcPr>
                </a:tc>
                <a:tc>
                  <a:txBody>
                    <a:bodyPr/>
                    <a:lstStyle/>
                    <a:p>
                      <a:pPr indent="-304800" lvl="0" marL="457200" rtl="0" algn="l">
                        <a:spcBef>
                          <a:spcPts val="0"/>
                        </a:spcBef>
                        <a:spcAft>
                          <a:spcPts val="0"/>
                        </a:spcAft>
                        <a:buClr>
                          <a:schemeClr val="dk1"/>
                        </a:buClr>
                        <a:buSzPts val="1200"/>
                        <a:buFont typeface="Assistant"/>
                        <a:buChar char="➔"/>
                      </a:pPr>
                      <a:r>
                        <a:rPr lang="en" sz="1200">
                          <a:solidFill>
                            <a:schemeClr val="dk1"/>
                          </a:solidFill>
                          <a:latin typeface="Assistant"/>
                          <a:ea typeface="Assistant"/>
                          <a:cs typeface="Assistant"/>
                          <a:sym typeface="Assistant"/>
                        </a:rPr>
                        <a:t>89% participants expressed interest in continued usage of the backpack</a:t>
                      </a:r>
                      <a:endParaRPr sz="1200">
                        <a:solidFill>
                          <a:schemeClr val="dk1"/>
                        </a:solidFill>
                        <a:latin typeface="Assistant"/>
                        <a:ea typeface="Assistant"/>
                        <a:cs typeface="Assistant"/>
                        <a:sym typeface="Assistant"/>
                      </a:endParaRPr>
                    </a:p>
                    <a:p>
                      <a:pPr indent="-304800" lvl="0" marL="457200" rtl="0" algn="l">
                        <a:spcBef>
                          <a:spcPts val="0"/>
                        </a:spcBef>
                        <a:spcAft>
                          <a:spcPts val="0"/>
                        </a:spcAft>
                        <a:buClr>
                          <a:schemeClr val="dk1"/>
                        </a:buClr>
                        <a:buSzPts val="1200"/>
                        <a:buFont typeface="Assistant"/>
                        <a:buChar char="➔"/>
                      </a:pPr>
                      <a:r>
                        <a:rPr lang="en" sz="1200">
                          <a:solidFill>
                            <a:schemeClr val="dk1"/>
                          </a:solidFill>
                          <a:latin typeface="Assistant"/>
                          <a:ea typeface="Assistant"/>
                          <a:cs typeface="Assistant"/>
                          <a:sym typeface="Assistant"/>
                        </a:rPr>
                        <a:t>Training session on instructions to disinfect and sanitize backpacks for longetivity</a:t>
                      </a:r>
                      <a:endParaRPr sz="1200">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548" name="Google Shape;548;p35"/>
          <p:cNvSpPr txBox="1"/>
          <p:nvPr/>
        </p:nvSpPr>
        <p:spPr>
          <a:xfrm>
            <a:off x="3394950" y="839000"/>
            <a:ext cx="2354100" cy="41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Assistant"/>
                <a:ea typeface="Assistant"/>
                <a:cs typeface="Assistant"/>
                <a:sym typeface="Assistant"/>
              </a:rPr>
              <a:t>SEF: Social Network</a:t>
            </a:r>
            <a:endParaRPr b="1">
              <a:solidFill>
                <a:schemeClr val="dk1"/>
              </a:solidFill>
              <a:latin typeface="Assistant"/>
              <a:ea typeface="Assistant"/>
              <a:cs typeface="Assistant"/>
              <a:sym typeface="Assistan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600"/>
              <a:t>Intervention: Work Place HRI Training</a:t>
            </a:r>
            <a:r>
              <a:rPr baseline="30000" lang="en" sz="2600"/>
              <a:t>8-10</a:t>
            </a:r>
            <a:r>
              <a:rPr lang="en" sz="2600"/>
              <a:t> </a:t>
            </a:r>
            <a:endParaRPr sz="2600"/>
          </a:p>
        </p:txBody>
      </p:sp>
      <p:graphicFrame>
        <p:nvGraphicFramePr>
          <p:cNvPr id="554" name="Google Shape;554;p36"/>
          <p:cNvGraphicFramePr/>
          <p:nvPr/>
        </p:nvGraphicFramePr>
        <p:xfrm>
          <a:off x="225063" y="1280900"/>
          <a:ext cx="3000000" cy="3000000"/>
        </p:xfrm>
        <a:graphic>
          <a:graphicData uri="http://schemas.openxmlformats.org/drawingml/2006/table">
            <a:tbl>
              <a:tblPr>
                <a:noFill/>
                <a:tableStyleId>{9032843C-6531-487A-AE5A-FDD01C72E7F7}</a:tableStyleId>
              </a:tblPr>
              <a:tblGrid>
                <a:gridCol w="1368250"/>
                <a:gridCol w="7288925"/>
              </a:tblGrid>
              <a:tr h="526750">
                <a:tc>
                  <a:txBody>
                    <a:bodyPr/>
                    <a:lstStyle/>
                    <a:p>
                      <a:pPr indent="0" lvl="0" marL="0" rtl="0" algn="l">
                        <a:spcBef>
                          <a:spcPts val="0"/>
                        </a:spcBef>
                        <a:spcAft>
                          <a:spcPts val="0"/>
                        </a:spcAft>
                        <a:buNone/>
                      </a:pPr>
                      <a:r>
                        <a:rPr b="1" lang="en" sz="1200">
                          <a:solidFill>
                            <a:schemeClr val="dk1"/>
                          </a:solidFill>
                          <a:latin typeface="Assistant"/>
                          <a:ea typeface="Assistant"/>
                          <a:cs typeface="Assistant"/>
                          <a:sym typeface="Assistant"/>
                        </a:rPr>
                        <a:t>Reach </a:t>
                      </a:r>
                      <a:endParaRPr b="1" sz="1200">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FC5E8"/>
                    </a:solidFill>
                  </a:tcPr>
                </a:tc>
                <a:tc>
                  <a:txBody>
                    <a:bodyPr/>
                    <a:lstStyle/>
                    <a:p>
                      <a:pPr indent="-304800" lvl="0" marL="457200" rtl="0" algn="l">
                        <a:spcBef>
                          <a:spcPts val="0"/>
                        </a:spcBef>
                        <a:spcAft>
                          <a:spcPts val="0"/>
                        </a:spcAft>
                        <a:buClr>
                          <a:schemeClr val="dk1"/>
                        </a:buClr>
                        <a:buSzPts val="1200"/>
                        <a:buFont typeface="Assistant"/>
                        <a:buChar char="➔"/>
                      </a:pPr>
                      <a:r>
                        <a:rPr lang="en" sz="1200">
                          <a:solidFill>
                            <a:schemeClr val="dk1"/>
                          </a:solidFill>
                          <a:latin typeface="Assistant"/>
                          <a:ea typeface="Assistant"/>
                          <a:cs typeface="Assistant"/>
                          <a:sym typeface="Assistant"/>
                        </a:rPr>
                        <a:t>329 municipal outdoor workers from a mid-sized Central Texas city whose job descriptions involved outdoor work in extreme temperatures with medium to very heavy physical demands </a:t>
                      </a:r>
                      <a:endParaRPr sz="1200">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97325">
                <a:tc>
                  <a:txBody>
                    <a:bodyPr/>
                    <a:lstStyle/>
                    <a:p>
                      <a:pPr indent="0" lvl="0" marL="0" rtl="0" algn="l">
                        <a:spcBef>
                          <a:spcPts val="0"/>
                        </a:spcBef>
                        <a:spcAft>
                          <a:spcPts val="0"/>
                        </a:spcAft>
                        <a:buNone/>
                      </a:pPr>
                      <a:r>
                        <a:rPr b="1" lang="en" sz="1200">
                          <a:solidFill>
                            <a:schemeClr val="dk1"/>
                          </a:solidFill>
                          <a:latin typeface="Assistant"/>
                          <a:ea typeface="Assistant"/>
                          <a:cs typeface="Assistant"/>
                          <a:sym typeface="Assistant"/>
                        </a:rPr>
                        <a:t>Effectiveness</a:t>
                      </a:r>
                      <a:endParaRPr b="1" sz="1200">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FC5E8"/>
                    </a:solidFill>
                  </a:tcPr>
                </a:tc>
                <a:tc>
                  <a:txBody>
                    <a:bodyPr/>
                    <a:lstStyle/>
                    <a:p>
                      <a:pPr indent="-304800" lvl="0" marL="457200" rtl="0" algn="l">
                        <a:spcBef>
                          <a:spcPts val="0"/>
                        </a:spcBef>
                        <a:spcAft>
                          <a:spcPts val="0"/>
                        </a:spcAft>
                        <a:buClr>
                          <a:schemeClr val="dk1"/>
                        </a:buClr>
                        <a:buSzPts val="1200"/>
                        <a:buFont typeface="Assistant"/>
                        <a:buChar char="➔"/>
                      </a:pPr>
                      <a:r>
                        <a:rPr lang="en" sz="1200">
                          <a:solidFill>
                            <a:schemeClr val="dk1"/>
                          </a:solidFill>
                          <a:latin typeface="Assistant"/>
                          <a:ea typeface="Assistant"/>
                          <a:cs typeface="Assistant"/>
                          <a:sym typeface="Assistant"/>
                        </a:rPr>
                        <a:t>The Heat-related Illness (HRI) rate averaged 19.5 per 1,000 workers during 2011-2015</a:t>
                      </a:r>
                      <a:endParaRPr sz="1200">
                        <a:solidFill>
                          <a:schemeClr val="dk1"/>
                        </a:solidFill>
                        <a:latin typeface="Assistant"/>
                        <a:ea typeface="Assistant"/>
                        <a:cs typeface="Assistant"/>
                        <a:sym typeface="Assistant"/>
                      </a:endParaRPr>
                    </a:p>
                    <a:p>
                      <a:pPr indent="-304800" lvl="0" marL="457200" rtl="0" algn="l">
                        <a:spcBef>
                          <a:spcPts val="0"/>
                        </a:spcBef>
                        <a:spcAft>
                          <a:spcPts val="0"/>
                        </a:spcAft>
                        <a:buClr>
                          <a:schemeClr val="dk1"/>
                        </a:buClr>
                        <a:buSzPts val="1200"/>
                        <a:buFont typeface="Assistant"/>
                        <a:buChar char="➔"/>
                      </a:pPr>
                      <a:r>
                        <a:rPr lang="en" sz="1200">
                          <a:solidFill>
                            <a:schemeClr val="dk1"/>
                          </a:solidFill>
                          <a:latin typeface="Assistant"/>
                          <a:ea typeface="Assistant"/>
                          <a:cs typeface="Assistant"/>
                          <a:sym typeface="Assistant"/>
                        </a:rPr>
                        <a:t>HRI rate dropped to 1.01 per 1,000 workers from 2015–2017</a:t>
                      </a:r>
                      <a:endParaRPr sz="1200">
                        <a:solidFill>
                          <a:schemeClr val="dk1"/>
                        </a:solidFill>
                        <a:latin typeface="Assistant"/>
                        <a:ea typeface="Assistant"/>
                        <a:cs typeface="Assistant"/>
                        <a:sym typeface="Assistant"/>
                      </a:endParaRPr>
                    </a:p>
                    <a:p>
                      <a:pPr indent="-304800" lvl="0" marL="457200" rtl="0" algn="l">
                        <a:spcBef>
                          <a:spcPts val="0"/>
                        </a:spcBef>
                        <a:spcAft>
                          <a:spcPts val="0"/>
                        </a:spcAft>
                        <a:buClr>
                          <a:schemeClr val="dk1"/>
                        </a:buClr>
                        <a:buSzPts val="1200"/>
                        <a:buFont typeface="Assistant"/>
                        <a:buChar char="➔"/>
                      </a:pPr>
                      <a:r>
                        <a:rPr lang="en" sz="1200">
                          <a:solidFill>
                            <a:schemeClr val="dk1"/>
                          </a:solidFill>
                          <a:latin typeface="Assistant"/>
                          <a:ea typeface="Assistant"/>
                          <a:cs typeface="Assistant"/>
                          <a:sym typeface="Assistant"/>
                        </a:rPr>
                        <a:t>When the medical surveillance component was removed in the modified program (2018–2019), HRI rate increased to 7.6 per 1,000 workers</a:t>
                      </a:r>
                      <a:endParaRPr sz="1200">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97325">
                <a:tc>
                  <a:txBody>
                    <a:bodyPr/>
                    <a:lstStyle/>
                    <a:p>
                      <a:pPr indent="0" lvl="0" marL="0" rtl="0" algn="l">
                        <a:spcBef>
                          <a:spcPts val="0"/>
                        </a:spcBef>
                        <a:spcAft>
                          <a:spcPts val="0"/>
                        </a:spcAft>
                        <a:buNone/>
                      </a:pPr>
                      <a:r>
                        <a:rPr b="1" lang="en" sz="1200">
                          <a:solidFill>
                            <a:schemeClr val="dk1"/>
                          </a:solidFill>
                          <a:latin typeface="Assistant"/>
                          <a:ea typeface="Assistant"/>
                          <a:cs typeface="Assistant"/>
                          <a:sym typeface="Assistant"/>
                        </a:rPr>
                        <a:t>Adoption</a:t>
                      </a:r>
                      <a:endParaRPr b="1" sz="1200">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FC5E8"/>
                    </a:solidFill>
                  </a:tcPr>
                </a:tc>
                <a:tc>
                  <a:txBody>
                    <a:bodyPr/>
                    <a:lstStyle/>
                    <a:p>
                      <a:pPr indent="-304800" lvl="0" marL="457200" rtl="0" algn="l">
                        <a:spcBef>
                          <a:spcPts val="0"/>
                        </a:spcBef>
                        <a:spcAft>
                          <a:spcPts val="0"/>
                        </a:spcAft>
                        <a:buClr>
                          <a:schemeClr val="dk1"/>
                        </a:buClr>
                        <a:buSzPts val="1200"/>
                        <a:buFont typeface="Assistant"/>
                        <a:buChar char="➔"/>
                      </a:pPr>
                      <a:r>
                        <a:rPr lang="en" sz="1200">
                          <a:solidFill>
                            <a:schemeClr val="dk1"/>
                          </a:solidFill>
                          <a:latin typeface="Assistant"/>
                          <a:ea typeface="Assistant"/>
                          <a:cs typeface="Assistant"/>
                          <a:sym typeface="Assistant"/>
                        </a:rPr>
                        <a:t>Participants were workers that came from Parks and Recreation, Streets and Traffic, Solid Waste, and Utilities departments in the Central Texas city</a:t>
                      </a:r>
                      <a:endParaRPr sz="1200">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97325">
                <a:tc>
                  <a:txBody>
                    <a:bodyPr/>
                    <a:lstStyle/>
                    <a:p>
                      <a:pPr indent="0" lvl="0" marL="0" rtl="0" algn="l">
                        <a:spcBef>
                          <a:spcPts val="0"/>
                        </a:spcBef>
                        <a:spcAft>
                          <a:spcPts val="0"/>
                        </a:spcAft>
                        <a:buNone/>
                      </a:pPr>
                      <a:r>
                        <a:rPr b="1" lang="en" sz="1200">
                          <a:solidFill>
                            <a:schemeClr val="dk1"/>
                          </a:solidFill>
                          <a:latin typeface="Assistant"/>
                          <a:ea typeface="Assistant"/>
                          <a:cs typeface="Assistant"/>
                          <a:sym typeface="Assistant"/>
                        </a:rPr>
                        <a:t>Implementation</a:t>
                      </a:r>
                      <a:endParaRPr b="1" sz="1200">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FC5E8"/>
                    </a:solidFill>
                  </a:tcPr>
                </a:tc>
                <a:tc>
                  <a:txBody>
                    <a:bodyPr/>
                    <a:lstStyle/>
                    <a:p>
                      <a:pPr indent="-304800" lvl="0" marL="457200" rtl="0" algn="l">
                        <a:spcBef>
                          <a:spcPts val="0"/>
                        </a:spcBef>
                        <a:spcAft>
                          <a:spcPts val="0"/>
                        </a:spcAft>
                        <a:buClr>
                          <a:schemeClr val="dk1"/>
                        </a:buClr>
                        <a:buSzPts val="1200"/>
                        <a:buFont typeface="Assistant"/>
                        <a:buChar char="➔"/>
                      </a:pPr>
                      <a:r>
                        <a:rPr lang="en" sz="1200">
                          <a:solidFill>
                            <a:schemeClr val="dk1"/>
                          </a:solidFill>
                          <a:latin typeface="Assistant"/>
                          <a:ea typeface="Assistant"/>
                          <a:cs typeface="Assistant"/>
                          <a:sym typeface="Assistant"/>
                        </a:rPr>
                        <a:t>Department supervisors and employees trained, reducing workload on high temperature days, and medical surveillance on site was implemented each year of the study before the hot season of May through September</a:t>
                      </a:r>
                      <a:endParaRPr sz="1200">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497325">
                <a:tc>
                  <a:txBody>
                    <a:bodyPr/>
                    <a:lstStyle/>
                    <a:p>
                      <a:pPr indent="0" lvl="0" marL="0" rtl="0" algn="l">
                        <a:spcBef>
                          <a:spcPts val="0"/>
                        </a:spcBef>
                        <a:spcAft>
                          <a:spcPts val="0"/>
                        </a:spcAft>
                        <a:buNone/>
                      </a:pPr>
                      <a:r>
                        <a:rPr b="1" lang="en" sz="1200">
                          <a:solidFill>
                            <a:schemeClr val="dk1"/>
                          </a:solidFill>
                          <a:latin typeface="Assistant"/>
                          <a:ea typeface="Assistant"/>
                          <a:cs typeface="Assistant"/>
                          <a:sym typeface="Assistant"/>
                        </a:rPr>
                        <a:t>Maintenance</a:t>
                      </a:r>
                      <a:endParaRPr b="1" sz="1200">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FC5E8"/>
                    </a:solidFill>
                  </a:tcPr>
                </a:tc>
                <a:tc>
                  <a:txBody>
                    <a:bodyPr/>
                    <a:lstStyle/>
                    <a:p>
                      <a:pPr indent="-304800" lvl="0" marL="457200" rtl="0" algn="l">
                        <a:spcBef>
                          <a:spcPts val="0"/>
                        </a:spcBef>
                        <a:spcAft>
                          <a:spcPts val="0"/>
                        </a:spcAft>
                        <a:buClr>
                          <a:schemeClr val="dk1"/>
                        </a:buClr>
                        <a:buSzPts val="1200"/>
                        <a:buFont typeface="Assistant"/>
                        <a:buChar char="➔"/>
                      </a:pPr>
                      <a:r>
                        <a:rPr lang="en" sz="1200">
                          <a:solidFill>
                            <a:schemeClr val="dk1"/>
                          </a:solidFill>
                          <a:latin typeface="Assistant"/>
                          <a:ea typeface="Assistant"/>
                          <a:cs typeface="Assistant"/>
                          <a:sym typeface="Assistant"/>
                        </a:rPr>
                        <a:t>Outcomes tracked from 2011- 2019 but llimited by the COVID-19 and closure of the employee health clinic in 2020</a:t>
                      </a:r>
                      <a:endParaRPr sz="1200">
                        <a:solidFill>
                          <a:schemeClr val="dk1"/>
                        </a:solidFill>
                        <a:latin typeface="Assistant"/>
                        <a:ea typeface="Assistant"/>
                        <a:cs typeface="Assistant"/>
                        <a:sym typeface="Assistant"/>
                      </a:endParaRPr>
                    </a:p>
                    <a:p>
                      <a:pPr indent="-304800" lvl="0" marL="457200" rtl="0" algn="l">
                        <a:spcBef>
                          <a:spcPts val="0"/>
                        </a:spcBef>
                        <a:spcAft>
                          <a:spcPts val="0"/>
                        </a:spcAft>
                        <a:buClr>
                          <a:schemeClr val="dk1"/>
                        </a:buClr>
                        <a:buSzPts val="1200"/>
                        <a:buFont typeface="Assistant"/>
                        <a:buChar char="➔"/>
                      </a:pPr>
                      <a:r>
                        <a:rPr lang="en" sz="1200">
                          <a:solidFill>
                            <a:schemeClr val="dk1"/>
                          </a:solidFill>
                          <a:latin typeface="Assistant"/>
                          <a:ea typeface="Assistant"/>
                          <a:cs typeface="Assistant"/>
                          <a:sym typeface="Assistant"/>
                        </a:rPr>
                        <a:t>The 7-year observation period for the full program and 2-year period for the modified program</a:t>
                      </a:r>
                      <a:endParaRPr sz="1200">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555" name="Google Shape;555;p36"/>
          <p:cNvSpPr txBox="1"/>
          <p:nvPr/>
        </p:nvSpPr>
        <p:spPr>
          <a:xfrm>
            <a:off x="3031500" y="883400"/>
            <a:ext cx="3081000" cy="397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Assistant"/>
                <a:ea typeface="Assistant"/>
                <a:cs typeface="Assistant"/>
                <a:sym typeface="Assistant"/>
              </a:rPr>
              <a:t>SEF: Community</a:t>
            </a:r>
            <a:endParaRPr b="1">
              <a:solidFill>
                <a:schemeClr val="dk1"/>
              </a:solidFill>
              <a:latin typeface="Assistant"/>
              <a:ea typeface="Assistant"/>
              <a:cs typeface="Assistant"/>
              <a:sym typeface="Assistan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800"/>
              <a:t>Comparative Assessment: Advantages</a:t>
            </a:r>
            <a:r>
              <a:rPr baseline="30000" lang="en" sz="2800"/>
              <a:t>6-10</a:t>
            </a:r>
            <a:endParaRPr baseline="30000" sz="2800"/>
          </a:p>
        </p:txBody>
      </p:sp>
      <p:graphicFrame>
        <p:nvGraphicFramePr>
          <p:cNvPr id="561" name="Google Shape;561;p37"/>
          <p:cNvGraphicFramePr/>
          <p:nvPr/>
        </p:nvGraphicFramePr>
        <p:xfrm>
          <a:off x="1697475" y="1396113"/>
          <a:ext cx="3000000" cy="3000000"/>
        </p:xfrm>
        <a:graphic>
          <a:graphicData uri="http://schemas.openxmlformats.org/drawingml/2006/table">
            <a:tbl>
              <a:tblPr>
                <a:noFill/>
                <a:tableStyleId>{9032843C-6531-487A-AE5A-FDD01C72E7F7}</a:tableStyleId>
              </a:tblPr>
              <a:tblGrid>
                <a:gridCol w="2874525"/>
                <a:gridCol w="2874525"/>
              </a:tblGrid>
              <a:tr h="384400">
                <a:tc gridSpan="2">
                  <a:txBody>
                    <a:bodyPr/>
                    <a:lstStyle/>
                    <a:p>
                      <a:pPr indent="0" lvl="0" marL="0" rtl="0" algn="ctr">
                        <a:spcBef>
                          <a:spcPts val="0"/>
                        </a:spcBef>
                        <a:spcAft>
                          <a:spcPts val="0"/>
                        </a:spcAft>
                        <a:buNone/>
                      </a:pPr>
                      <a:r>
                        <a:rPr b="1" lang="en">
                          <a:solidFill>
                            <a:schemeClr val="dk1"/>
                          </a:solidFill>
                        </a:rPr>
                        <a:t>Advantages</a:t>
                      </a:r>
                      <a:endParaRPr b="1">
                        <a:solidFill>
                          <a:schemeClr val="dk1"/>
                        </a:solidFill>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FC5E8"/>
                    </a:solidFill>
                  </a:tcPr>
                </a:tc>
                <a:tc hMerge="1"/>
              </a:tr>
              <a:tr h="300325">
                <a:tc>
                  <a:txBody>
                    <a:bodyPr/>
                    <a:lstStyle/>
                    <a:p>
                      <a:pPr indent="0" lvl="0" marL="0" rtl="0" algn="ctr">
                        <a:spcBef>
                          <a:spcPts val="0"/>
                        </a:spcBef>
                        <a:spcAft>
                          <a:spcPts val="0"/>
                        </a:spcAft>
                        <a:buNone/>
                      </a:pPr>
                      <a:r>
                        <a:rPr b="1" i="1" lang="en">
                          <a:solidFill>
                            <a:schemeClr val="dk1"/>
                          </a:solidFill>
                          <a:latin typeface="Assistant"/>
                          <a:ea typeface="Assistant"/>
                          <a:cs typeface="Assistant"/>
                          <a:sym typeface="Assistant"/>
                        </a:rPr>
                        <a:t>Hydration Backpack Systems</a:t>
                      </a:r>
                      <a:endParaRPr b="1" i="1">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None/>
                      </a:pPr>
                      <a:r>
                        <a:rPr b="1" i="1" lang="en">
                          <a:solidFill>
                            <a:schemeClr val="dk1"/>
                          </a:solidFill>
                          <a:latin typeface="Assistant"/>
                          <a:ea typeface="Assistant"/>
                          <a:cs typeface="Assistant"/>
                          <a:sym typeface="Assistant"/>
                        </a:rPr>
                        <a:t>Workplace HRI Training</a:t>
                      </a:r>
                      <a:endParaRPr b="1" i="1">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450575">
                <a:tc>
                  <a:txBody>
                    <a:bodyPr/>
                    <a:lstStyle/>
                    <a:p>
                      <a:pPr indent="0" lvl="0" marL="0" rtl="0" algn="l">
                        <a:spcBef>
                          <a:spcPts val="0"/>
                        </a:spcBef>
                        <a:spcAft>
                          <a:spcPts val="0"/>
                        </a:spcAft>
                        <a:buNone/>
                      </a:pPr>
                      <a:r>
                        <a:rPr b="1" lang="en" sz="1200" u="sng">
                          <a:solidFill>
                            <a:schemeClr val="dk1"/>
                          </a:solidFill>
                          <a:latin typeface="Assistant"/>
                          <a:ea typeface="Assistant"/>
                          <a:cs typeface="Assistant"/>
                          <a:sym typeface="Assistant"/>
                        </a:rPr>
                        <a:t>Effectiveness</a:t>
                      </a:r>
                      <a:r>
                        <a:rPr lang="en" sz="1200">
                          <a:solidFill>
                            <a:schemeClr val="dk1"/>
                          </a:solidFill>
                          <a:latin typeface="Assistant"/>
                          <a:ea typeface="Assistant"/>
                          <a:cs typeface="Assistant"/>
                          <a:sym typeface="Assistant"/>
                        </a:rPr>
                        <a:t>:</a:t>
                      </a:r>
                      <a:r>
                        <a:rPr b="1" lang="en" sz="1200">
                          <a:solidFill>
                            <a:schemeClr val="dk1"/>
                          </a:solidFill>
                          <a:latin typeface="Assistant"/>
                          <a:ea typeface="Assistant"/>
                          <a:cs typeface="Assistant"/>
                          <a:sym typeface="Assistant"/>
                        </a:rPr>
                        <a:t> </a:t>
                      </a:r>
                      <a:r>
                        <a:rPr b="1" lang="en" sz="1200">
                          <a:solidFill>
                            <a:schemeClr val="dk1"/>
                          </a:solidFill>
                          <a:latin typeface="Assistant"/>
                          <a:ea typeface="Assistant"/>
                          <a:cs typeface="Assistant"/>
                          <a:sym typeface="Assistant"/>
                        </a:rPr>
                        <a:t>Increased </a:t>
                      </a:r>
                      <a:r>
                        <a:rPr lang="en" sz="1200">
                          <a:solidFill>
                            <a:schemeClr val="dk1"/>
                          </a:solidFill>
                          <a:latin typeface="Assistant"/>
                          <a:ea typeface="Assistant"/>
                          <a:cs typeface="Assistant"/>
                          <a:sym typeface="Assistant"/>
                        </a:rPr>
                        <a:t>water consumption among farmworkers in Eastern North Carolina</a:t>
                      </a:r>
                      <a:endParaRPr sz="1200">
                        <a:solidFill>
                          <a:schemeClr val="dk1"/>
                        </a:solidFill>
                        <a:latin typeface="Assistant"/>
                        <a:ea typeface="Assistant"/>
                        <a:cs typeface="Assistant"/>
                        <a:sym typeface="Assistant"/>
                      </a:endParaRPr>
                    </a:p>
                    <a:p>
                      <a:pPr indent="0" lvl="0" marL="0" rtl="0" algn="l">
                        <a:spcBef>
                          <a:spcPts val="0"/>
                        </a:spcBef>
                        <a:spcAft>
                          <a:spcPts val="0"/>
                        </a:spcAft>
                        <a:buNone/>
                      </a:pPr>
                      <a:r>
                        <a:t/>
                      </a:r>
                      <a:endParaRPr sz="1200">
                        <a:solidFill>
                          <a:schemeClr val="dk1"/>
                        </a:solidFill>
                        <a:latin typeface="Assistant"/>
                        <a:ea typeface="Assistant"/>
                        <a:cs typeface="Assistant"/>
                        <a:sym typeface="Assistant"/>
                      </a:endParaRPr>
                    </a:p>
                    <a:p>
                      <a:pPr indent="0" lvl="0" marL="0" rtl="0" algn="l">
                        <a:spcBef>
                          <a:spcPts val="0"/>
                        </a:spcBef>
                        <a:spcAft>
                          <a:spcPts val="0"/>
                        </a:spcAft>
                        <a:buNone/>
                      </a:pPr>
                      <a:r>
                        <a:rPr b="1" lang="en" sz="1200" u="sng">
                          <a:solidFill>
                            <a:schemeClr val="dk1"/>
                          </a:solidFill>
                          <a:latin typeface="Assistant"/>
                          <a:ea typeface="Assistant"/>
                          <a:cs typeface="Assistant"/>
                          <a:sym typeface="Assistant"/>
                        </a:rPr>
                        <a:t>Implementation</a:t>
                      </a:r>
                      <a:r>
                        <a:rPr lang="en" sz="1200">
                          <a:solidFill>
                            <a:schemeClr val="dk1"/>
                          </a:solidFill>
                          <a:latin typeface="Assistant"/>
                          <a:ea typeface="Assistant"/>
                          <a:cs typeface="Assistant"/>
                          <a:sym typeface="Assistant"/>
                        </a:rPr>
                        <a:t>: Relatively </a:t>
                      </a:r>
                      <a:r>
                        <a:rPr b="1" lang="en" sz="1200">
                          <a:solidFill>
                            <a:schemeClr val="dk1"/>
                          </a:solidFill>
                          <a:latin typeface="Assistant"/>
                          <a:ea typeface="Assistant"/>
                          <a:cs typeface="Assistant"/>
                          <a:sym typeface="Assistant"/>
                        </a:rPr>
                        <a:t>cost-effective </a:t>
                      </a:r>
                      <a:r>
                        <a:rPr lang="en" sz="1200">
                          <a:solidFill>
                            <a:schemeClr val="dk1"/>
                          </a:solidFill>
                          <a:latin typeface="Assistant"/>
                          <a:ea typeface="Assistant"/>
                          <a:cs typeface="Assistant"/>
                          <a:sym typeface="Assistant"/>
                        </a:rPr>
                        <a:t>product</a:t>
                      </a:r>
                      <a:endParaRPr sz="1200">
                        <a:solidFill>
                          <a:schemeClr val="dk1"/>
                        </a:solidFill>
                        <a:latin typeface="Assistant"/>
                        <a:ea typeface="Assistant"/>
                        <a:cs typeface="Assistant"/>
                        <a:sym typeface="Assistant"/>
                      </a:endParaRPr>
                    </a:p>
                    <a:p>
                      <a:pPr indent="0" lvl="0" marL="0" rtl="0" algn="l">
                        <a:spcBef>
                          <a:spcPts val="0"/>
                        </a:spcBef>
                        <a:spcAft>
                          <a:spcPts val="0"/>
                        </a:spcAft>
                        <a:buNone/>
                      </a:pPr>
                      <a:r>
                        <a:t/>
                      </a:r>
                      <a:endParaRPr sz="1200">
                        <a:solidFill>
                          <a:schemeClr val="dk1"/>
                        </a:solidFill>
                        <a:latin typeface="Assistant"/>
                        <a:ea typeface="Assistant"/>
                        <a:cs typeface="Assistant"/>
                        <a:sym typeface="Assistant"/>
                      </a:endParaRPr>
                    </a:p>
                    <a:p>
                      <a:pPr indent="0" lvl="0" marL="0" rtl="0" algn="l">
                        <a:spcBef>
                          <a:spcPts val="0"/>
                        </a:spcBef>
                        <a:spcAft>
                          <a:spcPts val="0"/>
                        </a:spcAft>
                        <a:buNone/>
                      </a:pPr>
                      <a:r>
                        <a:rPr b="1" lang="en" sz="1200" u="sng">
                          <a:solidFill>
                            <a:schemeClr val="dk1"/>
                          </a:solidFill>
                          <a:latin typeface="Assistant"/>
                          <a:ea typeface="Assistant"/>
                          <a:cs typeface="Assistant"/>
                          <a:sym typeface="Assistant"/>
                        </a:rPr>
                        <a:t>Maintenance</a:t>
                      </a:r>
                      <a:r>
                        <a:rPr lang="en" sz="1200">
                          <a:solidFill>
                            <a:schemeClr val="dk1"/>
                          </a:solidFill>
                          <a:latin typeface="Assistant"/>
                          <a:ea typeface="Assistant"/>
                          <a:cs typeface="Assistant"/>
                          <a:sym typeface="Assistant"/>
                        </a:rPr>
                        <a:t>: Majority reported interest in </a:t>
                      </a:r>
                      <a:r>
                        <a:rPr b="1" lang="en" sz="1200">
                          <a:solidFill>
                            <a:schemeClr val="dk1"/>
                          </a:solidFill>
                          <a:latin typeface="Assistant"/>
                          <a:ea typeface="Assistant"/>
                          <a:cs typeface="Assistant"/>
                          <a:sym typeface="Assistant"/>
                        </a:rPr>
                        <a:t>continued usage</a:t>
                      </a:r>
                      <a:r>
                        <a:rPr lang="en" sz="1200">
                          <a:solidFill>
                            <a:schemeClr val="dk1"/>
                          </a:solidFill>
                          <a:latin typeface="Assistant"/>
                          <a:ea typeface="Assistant"/>
                          <a:cs typeface="Assistant"/>
                          <a:sym typeface="Assistant"/>
                        </a:rPr>
                        <a:t> and</a:t>
                      </a:r>
                      <a:r>
                        <a:rPr b="1" lang="en" sz="1200">
                          <a:solidFill>
                            <a:schemeClr val="dk1"/>
                          </a:solidFill>
                          <a:latin typeface="Assistant"/>
                          <a:ea typeface="Assistant"/>
                          <a:cs typeface="Assistant"/>
                          <a:sym typeface="Assistant"/>
                        </a:rPr>
                        <a:t> minimal interference</a:t>
                      </a:r>
                      <a:r>
                        <a:rPr lang="en" sz="1200">
                          <a:solidFill>
                            <a:schemeClr val="dk1"/>
                          </a:solidFill>
                          <a:latin typeface="Assistant"/>
                          <a:ea typeface="Assistant"/>
                          <a:cs typeface="Assistant"/>
                          <a:sym typeface="Assistant"/>
                        </a:rPr>
                        <a:t> with work</a:t>
                      </a:r>
                      <a:endParaRPr sz="1200">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u="sng">
                          <a:solidFill>
                            <a:schemeClr val="dk1"/>
                          </a:solidFill>
                          <a:latin typeface="Assistant"/>
                          <a:ea typeface="Assistant"/>
                          <a:cs typeface="Assistant"/>
                          <a:sym typeface="Assistant"/>
                        </a:rPr>
                        <a:t>Reach</a:t>
                      </a:r>
                      <a:r>
                        <a:rPr lang="en" sz="1200">
                          <a:solidFill>
                            <a:schemeClr val="dk1"/>
                          </a:solidFill>
                          <a:latin typeface="Assistant"/>
                          <a:ea typeface="Assistant"/>
                          <a:cs typeface="Assistant"/>
                          <a:sym typeface="Assistant"/>
                        </a:rPr>
                        <a:t>:</a:t>
                      </a:r>
                      <a:r>
                        <a:rPr b="1" lang="en" sz="1200">
                          <a:solidFill>
                            <a:schemeClr val="dk1"/>
                          </a:solidFill>
                          <a:latin typeface="Assistant"/>
                          <a:ea typeface="Assistant"/>
                          <a:cs typeface="Assistant"/>
                          <a:sym typeface="Assistant"/>
                        </a:rPr>
                        <a:t> Theoretically</a:t>
                      </a:r>
                      <a:r>
                        <a:rPr lang="en" sz="1200">
                          <a:solidFill>
                            <a:schemeClr val="dk1"/>
                          </a:solidFill>
                          <a:latin typeface="Assistant"/>
                          <a:ea typeface="Assistant"/>
                          <a:cs typeface="Assistant"/>
                          <a:sym typeface="Assistant"/>
                        </a:rPr>
                        <a:t>, implementation would affect </a:t>
                      </a:r>
                      <a:r>
                        <a:rPr b="1" lang="en" sz="1200">
                          <a:solidFill>
                            <a:schemeClr val="dk1"/>
                          </a:solidFill>
                          <a:latin typeface="Assistant"/>
                          <a:ea typeface="Assistant"/>
                          <a:cs typeface="Assistant"/>
                          <a:sym typeface="Assistant"/>
                        </a:rPr>
                        <a:t>more individuals</a:t>
                      </a:r>
                      <a:r>
                        <a:rPr lang="en" sz="1200">
                          <a:solidFill>
                            <a:schemeClr val="dk1"/>
                          </a:solidFill>
                          <a:latin typeface="Assistant"/>
                          <a:ea typeface="Assistant"/>
                          <a:cs typeface="Assistant"/>
                          <a:sym typeface="Assistant"/>
                        </a:rPr>
                        <a:t> overall</a:t>
                      </a:r>
                      <a:endParaRPr sz="1200">
                        <a:solidFill>
                          <a:schemeClr val="dk1"/>
                        </a:solidFill>
                        <a:latin typeface="Assistant"/>
                        <a:ea typeface="Assistant"/>
                        <a:cs typeface="Assistant"/>
                        <a:sym typeface="Assistant"/>
                      </a:endParaRPr>
                    </a:p>
                    <a:p>
                      <a:pPr indent="0" lvl="0" marL="0" rtl="0" algn="l">
                        <a:spcBef>
                          <a:spcPts val="0"/>
                        </a:spcBef>
                        <a:spcAft>
                          <a:spcPts val="0"/>
                        </a:spcAft>
                        <a:buNone/>
                      </a:pPr>
                      <a:r>
                        <a:t/>
                      </a:r>
                      <a:endParaRPr sz="1200">
                        <a:solidFill>
                          <a:schemeClr val="dk1"/>
                        </a:solidFill>
                        <a:latin typeface="Assistant"/>
                        <a:ea typeface="Assistant"/>
                        <a:cs typeface="Assistant"/>
                        <a:sym typeface="Assistant"/>
                      </a:endParaRPr>
                    </a:p>
                    <a:p>
                      <a:pPr indent="0" lvl="0" marL="0" rtl="0" algn="l">
                        <a:spcBef>
                          <a:spcPts val="0"/>
                        </a:spcBef>
                        <a:spcAft>
                          <a:spcPts val="0"/>
                        </a:spcAft>
                        <a:buNone/>
                      </a:pPr>
                      <a:r>
                        <a:t/>
                      </a:r>
                      <a:endParaRPr sz="1200">
                        <a:solidFill>
                          <a:schemeClr val="dk1"/>
                        </a:solidFill>
                        <a:latin typeface="Assistant"/>
                        <a:ea typeface="Assistant"/>
                        <a:cs typeface="Assistant"/>
                        <a:sym typeface="Assistant"/>
                      </a:endParaRPr>
                    </a:p>
                    <a:p>
                      <a:pPr indent="0" lvl="0" marL="0" rtl="0" algn="l">
                        <a:spcBef>
                          <a:spcPts val="0"/>
                        </a:spcBef>
                        <a:spcAft>
                          <a:spcPts val="0"/>
                        </a:spcAft>
                        <a:buNone/>
                      </a:pPr>
                      <a:r>
                        <a:rPr b="1" lang="en" sz="1200" u="sng">
                          <a:solidFill>
                            <a:schemeClr val="dk1"/>
                          </a:solidFill>
                          <a:latin typeface="Assistant"/>
                          <a:ea typeface="Assistant"/>
                          <a:cs typeface="Assistant"/>
                          <a:sym typeface="Assistant"/>
                        </a:rPr>
                        <a:t>Implementation</a:t>
                      </a:r>
                      <a:r>
                        <a:rPr lang="en" sz="1200">
                          <a:solidFill>
                            <a:schemeClr val="dk1"/>
                          </a:solidFill>
                          <a:latin typeface="Assistant"/>
                          <a:ea typeface="Assistant"/>
                          <a:cs typeface="Assistant"/>
                          <a:sym typeface="Assistant"/>
                        </a:rPr>
                        <a:t>:</a:t>
                      </a:r>
                      <a:r>
                        <a:rPr b="1" lang="en" sz="1200">
                          <a:solidFill>
                            <a:schemeClr val="dk1"/>
                          </a:solidFill>
                          <a:latin typeface="Assistant"/>
                          <a:ea typeface="Assistant"/>
                          <a:cs typeface="Assistant"/>
                          <a:sym typeface="Assistant"/>
                        </a:rPr>
                        <a:t> Easy, quick, and non-resource</a:t>
                      </a:r>
                      <a:r>
                        <a:rPr lang="en" sz="1200">
                          <a:solidFill>
                            <a:schemeClr val="dk1"/>
                          </a:solidFill>
                          <a:latin typeface="Assistant"/>
                          <a:ea typeface="Assistant"/>
                          <a:cs typeface="Assistant"/>
                          <a:sym typeface="Assistant"/>
                        </a:rPr>
                        <a:t> intensive method (especially for companies)</a:t>
                      </a:r>
                      <a:endParaRPr sz="1200">
                        <a:solidFill>
                          <a:schemeClr val="dk1"/>
                        </a:solidFill>
                        <a:latin typeface="Assistant"/>
                        <a:ea typeface="Assistant"/>
                        <a:cs typeface="Assistant"/>
                        <a:sym typeface="Assistant"/>
                      </a:endParaRPr>
                    </a:p>
                    <a:p>
                      <a:pPr indent="0" lvl="0" marL="0" rtl="0" algn="l">
                        <a:spcBef>
                          <a:spcPts val="0"/>
                        </a:spcBef>
                        <a:spcAft>
                          <a:spcPts val="0"/>
                        </a:spcAft>
                        <a:buNone/>
                      </a:pPr>
                      <a:r>
                        <a:t/>
                      </a:r>
                      <a:endParaRPr sz="1200">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id="562" name="Google Shape;562;p37"/>
          <p:cNvPicPr preferRelativeResize="0"/>
          <p:nvPr/>
        </p:nvPicPr>
        <p:blipFill>
          <a:blip r:embed="rId3">
            <a:alphaModFix/>
          </a:blip>
          <a:stretch>
            <a:fillRect/>
          </a:stretch>
        </p:blipFill>
        <p:spPr>
          <a:xfrm>
            <a:off x="649250" y="2555775"/>
            <a:ext cx="965075" cy="965075"/>
          </a:xfrm>
          <a:prstGeom prst="rect">
            <a:avLst/>
          </a:prstGeom>
          <a:noFill/>
          <a:ln>
            <a:noFill/>
          </a:ln>
        </p:spPr>
      </p:pic>
      <p:pic>
        <p:nvPicPr>
          <p:cNvPr id="563" name="Google Shape;563;p37"/>
          <p:cNvPicPr preferRelativeResize="0"/>
          <p:nvPr/>
        </p:nvPicPr>
        <p:blipFill>
          <a:blip r:embed="rId4">
            <a:alphaModFix/>
          </a:blip>
          <a:stretch>
            <a:fillRect/>
          </a:stretch>
        </p:blipFill>
        <p:spPr>
          <a:xfrm>
            <a:off x="7529675" y="2486650"/>
            <a:ext cx="1103300" cy="11033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800"/>
              <a:t>Comparative Assessment: Limitations</a:t>
            </a:r>
            <a:r>
              <a:rPr baseline="30000" lang="en" sz="2800"/>
              <a:t>6-10</a:t>
            </a:r>
            <a:endParaRPr baseline="30000" sz="2800"/>
          </a:p>
        </p:txBody>
      </p:sp>
      <p:sp>
        <p:nvSpPr>
          <p:cNvPr id="569" name="Google Shape;569;p38"/>
          <p:cNvSpPr txBox="1"/>
          <p:nvPr/>
        </p:nvSpPr>
        <p:spPr>
          <a:xfrm>
            <a:off x="970800" y="4090075"/>
            <a:ext cx="7202400" cy="900600"/>
          </a:xfrm>
          <a:prstGeom prst="rect">
            <a:avLst/>
          </a:prstGeom>
          <a:solidFill>
            <a:schemeClr val="accent3"/>
          </a:solidFill>
          <a:ln cap="flat" cmpd="sng" w="19050">
            <a:solidFill>
              <a:schemeClr val="accent2"/>
            </a:solidFill>
            <a:prstDash val="solid"/>
            <a:round/>
            <a:headEnd len="sm" w="sm" type="none"/>
            <a:tailEnd len="sm" w="sm" type="none"/>
          </a:ln>
        </p:spPr>
        <p:txBody>
          <a:bodyPr anchorCtr="0" anchor="t" bIns="45700" lIns="91425" spcFirstLastPara="1" rIns="91425" wrap="square" tIns="45700">
            <a:noAutofit/>
          </a:bodyPr>
          <a:lstStyle/>
          <a:p>
            <a:pPr indent="0" lvl="0" marL="0" rtl="0" algn="ctr">
              <a:spcBef>
                <a:spcPts val="0"/>
              </a:spcBef>
              <a:spcAft>
                <a:spcPts val="0"/>
              </a:spcAft>
              <a:buNone/>
            </a:pPr>
            <a:r>
              <a:rPr b="1" lang="en" sz="1300">
                <a:solidFill>
                  <a:schemeClr val="dk1"/>
                </a:solidFill>
                <a:latin typeface="Assistant"/>
                <a:ea typeface="Assistant"/>
                <a:cs typeface="Assistant"/>
                <a:sym typeface="Assistant"/>
              </a:rPr>
              <a:t>Rationale for selection:</a:t>
            </a:r>
            <a:r>
              <a:rPr b="1" baseline="30000" lang="en" sz="1300">
                <a:solidFill>
                  <a:schemeClr val="dk1"/>
                </a:solidFill>
                <a:latin typeface="Assistant"/>
                <a:ea typeface="Assistant"/>
                <a:cs typeface="Assistant"/>
                <a:sym typeface="Assistant"/>
              </a:rPr>
              <a:t>11</a:t>
            </a:r>
            <a:r>
              <a:rPr b="1" lang="en" sz="1300">
                <a:solidFill>
                  <a:schemeClr val="dk1"/>
                </a:solidFill>
                <a:latin typeface="Assistant"/>
                <a:ea typeface="Assistant"/>
                <a:cs typeface="Assistant"/>
                <a:sym typeface="Assistant"/>
              </a:rPr>
              <a:t> </a:t>
            </a:r>
            <a:endParaRPr b="1" sz="1300">
              <a:solidFill>
                <a:schemeClr val="dk1"/>
              </a:solidFill>
              <a:latin typeface="Assistant"/>
              <a:ea typeface="Assistant"/>
              <a:cs typeface="Assistant"/>
              <a:sym typeface="Assistant"/>
            </a:endParaRPr>
          </a:p>
          <a:p>
            <a:pPr indent="0" lvl="0" marL="0" rtl="0" algn="ctr">
              <a:spcBef>
                <a:spcPts val="0"/>
              </a:spcBef>
              <a:spcAft>
                <a:spcPts val="0"/>
              </a:spcAft>
              <a:buNone/>
            </a:pPr>
            <a:r>
              <a:rPr b="1" lang="en" sz="1300">
                <a:solidFill>
                  <a:schemeClr val="dk1"/>
                </a:solidFill>
                <a:latin typeface="Assistant"/>
                <a:ea typeface="Assistant"/>
                <a:cs typeface="Assistant"/>
                <a:sym typeface="Assistant"/>
              </a:rPr>
              <a:t>Significant increase in water consumption → </a:t>
            </a:r>
            <a:r>
              <a:rPr b="1" lang="en" sz="1300">
                <a:solidFill>
                  <a:schemeClr val="dk1"/>
                </a:solidFill>
                <a:latin typeface="Assistant"/>
                <a:ea typeface="Assistant"/>
                <a:cs typeface="Assistant"/>
                <a:sym typeface="Assistant"/>
              </a:rPr>
              <a:t>decreased risk of dehydration</a:t>
            </a:r>
            <a:endParaRPr b="1" sz="1300" u="sng">
              <a:solidFill>
                <a:schemeClr val="dk1"/>
              </a:solidFill>
              <a:highlight>
                <a:srgbClr val="FFFF00"/>
              </a:highlight>
              <a:latin typeface="Assistant"/>
              <a:ea typeface="Assistant"/>
              <a:cs typeface="Assistant"/>
              <a:sym typeface="Assistant"/>
            </a:endParaRPr>
          </a:p>
          <a:p>
            <a:pPr indent="0" lvl="0" marL="0" rtl="0" algn="ctr">
              <a:spcBef>
                <a:spcPts val="0"/>
              </a:spcBef>
              <a:spcAft>
                <a:spcPts val="0"/>
              </a:spcAft>
              <a:buNone/>
            </a:pPr>
            <a:r>
              <a:rPr lang="en" sz="1300">
                <a:solidFill>
                  <a:schemeClr val="dk1"/>
                </a:solidFill>
                <a:latin typeface="Assistant Medium"/>
                <a:ea typeface="Assistant Medium"/>
                <a:cs typeface="Assistant Medium"/>
                <a:sym typeface="Assistant Medium"/>
              </a:rPr>
              <a:t>The distribution of hydration backpacks among farmworkers leads to fewer heat-related illnesses. This intervention is within social network-level intervention.   </a:t>
            </a:r>
            <a:endParaRPr sz="1300">
              <a:solidFill>
                <a:schemeClr val="dk1"/>
              </a:solidFill>
              <a:latin typeface="Assistant Medium"/>
              <a:ea typeface="Assistant Medium"/>
              <a:cs typeface="Assistant Medium"/>
              <a:sym typeface="Assistant Medium"/>
            </a:endParaRPr>
          </a:p>
          <a:p>
            <a:pPr indent="0" lvl="0" marL="0" rtl="0" algn="l">
              <a:spcBef>
                <a:spcPts val="0"/>
              </a:spcBef>
              <a:spcAft>
                <a:spcPts val="0"/>
              </a:spcAft>
              <a:buNone/>
            </a:pPr>
            <a:r>
              <a:t/>
            </a:r>
            <a:endParaRPr b="1">
              <a:solidFill>
                <a:schemeClr val="dk1"/>
              </a:solidFill>
              <a:latin typeface="Assistant"/>
              <a:ea typeface="Assistant"/>
              <a:cs typeface="Assistant"/>
              <a:sym typeface="Assistant"/>
            </a:endParaRPr>
          </a:p>
          <a:p>
            <a:pPr indent="0" lvl="0" marL="0" rtl="0" algn="l">
              <a:spcBef>
                <a:spcPts val="0"/>
              </a:spcBef>
              <a:spcAft>
                <a:spcPts val="0"/>
              </a:spcAft>
              <a:buNone/>
            </a:pPr>
            <a:r>
              <a:t/>
            </a:r>
            <a:endParaRPr b="1">
              <a:solidFill>
                <a:schemeClr val="dk1"/>
              </a:solidFill>
              <a:latin typeface="Assistant"/>
              <a:ea typeface="Assistant"/>
              <a:cs typeface="Assistant"/>
              <a:sym typeface="Assistant"/>
            </a:endParaRPr>
          </a:p>
        </p:txBody>
      </p:sp>
      <p:graphicFrame>
        <p:nvGraphicFramePr>
          <p:cNvPr id="570" name="Google Shape;570;p38"/>
          <p:cNvGraphicFramePr/>
          <p:nvPr/>
        </p:nvGraphicFramePr>
        <p:xfrm>
          <a:off x="1000575" y="1017725"/>
          <a:ext cx="3000000" cy="3000000"/>
        </p:xfrm>
        <a:graphic>
          <a:graphicData uri="http://schemas.openxmlformats.org/drawingml/2006/table">
            <a:tbl>
              <a:tblPr>
                <a:noFill/>
                <a:tableStyleId>{9032843C-6531-487A-AE5A-FDD01C72E7F7}</a:tableStyleId>
              </a:tblPr>
              <a:tblGrid>
                <a:gridCol w="3571425"/>
                <a:gridCol w="3571425"/>
              </a:tblGrid>
              <a:tr h="384400">
                <a:tc gridSpan="2">
                  <a:txBody>
                    <a:bodyPr/>
                    <a:lstStyle/>
                    <a:p>
                      <a:pPr indent="0" lvl="0" marL="0" rtl="0" algn="ctr">
                        <a:spcBef>
                          <a:spcPts val="0"/>
                        </a:spcBef>
                        <a:spcAft>
                          <a:spcPts val="0"/>
                        </a:spcAft>
                        <a:buNone/>
                      </a:pPr>
                      <a:r>
                        <a:rPr b="1" lang="en" sz="1500">
                          <a:solidFill>
                            <a:schemeClr val="dk1"/>
                          </a:solidFill>
                          <a:latin typeface="Assistant"/>
                          <a:ea typeface="Assistant"/>
                          <a:cs typeface="Assistant"/>
                          <a:sym typeface="Assistant"/>
                        </a:rPr>
                        <a:t>Disadvantages</a:t>
                      </a:r>
                      <a:endParaRPr b="1" sz="1500">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rgbClr val="9FC5E8"/>
                    </a:solidFill>
                  </a:tcPr>
                </a:tc>
                <a:tc hMerge="1"/>
              </a:tr>
              <a:tr h="300325">
                <a:tc>
                  <a:txBody>
                    <a:bodyPr/>
                    <a:lstStyle/>
                    <a:p>
                      <a:pPr indent="0" lvl="0" marL="0" rtl="0" algn="ctr">
                        <a:spcBef>
                          <a:spcPts val="0"/>
                        </a:spcBef>
                        <a:spcAft>
                          <a:spcPts val="0"/>
                        </a:spcAft>
                        <a:buNone/>
                      </a:pPr>
                      <a:r>
                        <a:rPr b="1" i="1" lang="en">
                          <a:solidFill>
                            <a:schemeClr val="dk1"/>
                          </a:solidFill>
                          <a:latin typeface="Assistant"/>
                          <a:ea typeface="Assistant"/>
                          <a:cs typeface="Assistant"/>
                          <a:sym typeface="Assistant"/>
                        </a:rPr>
                        <a:t>Hydration Backpack Systems</a:t>
                      </a:r>
                      <a:endParaRPr b="1" i="1">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b="1" i="1" lang="en">
                          <a:solidFill>
                            <a:schemeClr val="dk1"/>
                          </a:solidFill>
                          <a:latin typeface="Assistant"/>
                          <a:ea typeface="Assistant"/>
                          <a:cs typeface="Assistant"/>
                          <a:sym typeface="Assistant"/>
                        </a:rPr>
                        <a:t>Workplace HRI Training</a:t>
                      </a:r>
                      <a:endParaRPr b="1" i="1">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450575">
                <a:tc>
                  <a:txBody>
                    <a:bodyPr/>
                    <a:lstStyle/>
                    <a:p>
                      <a:pPr indent="0" lvl="0" marL="0" rtl="0" algn="l">
                        <a:spcBef>
                          <a:spcPts val="0"/>
                        </a:spcBef>
                        <a:spcAft>
                          <a:spcPts val="0"/>
                        </a:spcAft>
                        <a:buNone/>
                      </a:pPr>
                      <a:r>
                        <a:rPr b="1" lang="en" sz="1200" u="sng">
                          <a:solidFill>
                            <a:schemeClr val="dk1"/>
                          </a:solidFill>
                          <a:latin typeface="Assistant"/>
                          <a:ea typeface="Assistant"/>
                          <a:cs typeface="Assistant"/>
                          <a:sym typeface="Assistant"/>
                        </a:rPr>
                        <a:t>Adoption</a:t>
                      </a:r>
                      <a:r>
                        <a:rPr lang="en" sz="1200">
                          <a:solidFill>
                            <a:schemeClr val="dk1"/>
                          </a:solidFill>
                          <a:latin typeface="Assistant"/>
                          <a:ea typeface="Assistant"/>
                          <a:cs typeface="Assistant"/>
                          <a:sym typeface="Assistant"/>
                        </a:rPr>
                        <a:t>:</a:t>
                      </a:r>
                      <a:r>
                        <a:rPr b="1" lang="en" sz="1200">
                          <a:solidFill>
                            <a:schemeClr val="dk1"/>
                          </a:solidFill>
                          <a:latin typeface="Assistant"/>
                          <a:ea typeface="Assistant"/>
                          <a:cs typeface="Assistant"/>
                          <a:sym typeface="Assistant"/>
                        </a:rPr>
                        <a:t> </a:t>
                      </a:r>
                      <a:r>
                        <a:rPr b="1" lang="en" sz="1200">
                          <a:solidFill>
                            <a:schemeClr val="dk1"/>
                          </a:solidFill>
                          <a:latin typeface="Assistant"/>
                          <a:ea typeface="Assistant"/>
                          <a:cs typeface="Assistant"/>
                          <a:sym typeface="Assistant"/>
                        </a:rPr>
                        <a:t>Small sample size</a:t>
                      </a:r>
                      <a:r>
                        <a:rPr lang="en" sz="1200">
                          <a:solidFill>
                            <a:schemeClr val="dk1"/>
                          </a:solidFill>
                          <a:latin typeface="Assistant"/>
                          <a:ea typeface="Assistant"/>
                          <a:cs typeface="Assistant"/>
                          <a:sym typeface="Assistant"/>
                        </a:rPr>
                        <a:t> for pilot study</a:t>
                      </a:r>
                      <a:endParaRPr sz="1200">
                        <a:solidFill>
                          <a:schemeClr val="dk1"/>
                        </a:solidFill>
                        <a:latin typeface="Assistant"/>
                        <a:ea typeface="Assistant"/>
                        <a:cs typeface="Assistant"/>
                        <a:sym typeface="Assistant"/>
                      </a:endParaRPr>
                    </a:p>
                    <a:p>
                      <a:pPr indent="0" lvl="0" marL="0" rtl="0" algn="l">
                        <a:spcBef>
                          <a:spcPts val="0"/>
                        </a:spcBef>
                        <a:spcAft>
                          <a:spcPts val="0"/>
                        </a:spcAft>
                        <a:buNone/>
                      </a:pPr>
                      <a:r>
                        <a:t/>
                      </a:r>
                      <a:endParaRPr sz="1200">
                        <a:solidFill>
                          <a:schemeClr val="dk1"/>
                        </a:solidFill>
                        <a:latin typeface="Assistant"/>
                        <a:ea typeface="Assistant"/>
                        <a:cs typeface="Assistant"/>
                        <a:sym typeface="Assistant"/>
                      </a:endParaRPr>
                    </a:p>
                    <a:p>
                      <a:pPr indent="0" lvl="0" marL="0" rtl="0" algn="l">
                        <a:spcBef>
                          <a:spcPts val="0"/>
                        </a:spcBef>
                        <a:spcAft>
                          <a:spcPts val="0"/>
                        </a:spcAft>
                        <a:buNone/>
                      </a:pPr>
                      <a:r>
                        <a:rPr b="1" lang="en" sz="1200" u="sng">
                          <a:solidFill>
                            <a:schemeClr val="dk1"/>
                          </a:solidFill>
                          <a:latin typeface="Assistant"/>
                          <a:ea typeface="Assistant"/>
                          <a:cs typeface="Assistant"/>
                          <a:sym typeface="Assistant"/>
                        </a:rPr>
                        <a:t>Implementation</a:t>
                      </a:r>
                      <a:r>
                        <a:rPr lang="en" sz="1200">
                          <a:solidFill>
                            <a:schemeClr val="dk1"/>
                          </a:solidFill>
                          <a:latin typeface="Assistant"/>
                          <a:ea typeface="Assistant"/>
                          <a:cs typeface="Assistant"/>
                          <a:sym typeface="Assistant"/>
                        </a:rPr>
                        <a:t>: Dependent on </a:t>
                      </a:r>
                      <a:r>
                        <a:rPr b="1" lang="en" sz="1200">
                          <a:solidFill>
                            <a:schemeClr val="dk1"/>
                          </a:solidFill>
                          <a:latin typeface="Assistant"/>
                          <a:ea typeface="Assistant"/>
                          <a:cs typeface="Assistant"/>
                          <a:sym typeface="Assistant"/>
                        </a:rPr>
                        <a:t>employer’s willingness</a:t>
                      </a:r>
                      <a:r>
                        <a:rPr lang="en" sz="1200">
                          <a:solidFill>
                            <a:schemeClr val="dk1"/>
                          </a:solidFill>
                          <a:latin typeface="Assistant"/>
                          <a:ea typeface="Assistant"/>
                          <a:cs typeface="Assistant"/>
                          <a:sym typeface="Assistant"/>
                        </a:rPr>
                        <a:t> to provide backpacks</a:t>
                      </a:r>
                      <a:endParaRPr sz="1200">
                        <a:solidFill>
                          <a:schemeClr val="dk1"/>
                        </a:solidFill>
                        <a:latin typeface="Assistant"/>
                        <a:ea typeface="Assistant"/>
                        <a:cs typeface="Assistant"/>
                        <a:sym typeface="Assistant"/>
                      </a:endParaRPr>
                    </a:p>
                    <a:p>
                      <a:pPr indent="0" lvl="0" marL="0" rtl="0" algn="l">
                        <a:spcBef>
                          <a:spcPts val="0"/>
                        </a:spcBef>
                        <a:spcAft>
                          <a:spcPts val="0"/>
                        </a:spcAft>
                        <a:buNone/>
                      </a:pPr>
                      <a:r>
                        <a:t/>
                      </a:r>
                      <a:endParaRPr sz="1200">
                        <a:solidFill>
                          <a:schemeClr val="dk1"/>
                        </a:solidFill>
                        <a:latin typeface="Assistant"/>
                        <a:ea typeface="Assistant"/>
                        <a:cs typeface="Assistant"/>
                        <a:sym typeface="Assistant"/>
                      </a:endParaRPr>
                    </a:p>
                    <a:p>
                      <a:pPr indent="0" lvl="0" marL="0" rtl="0" algn="l">
                        <a:spcBef>
                          <a:spcPts val="0"/>
                        </a:spcBef>
                        <a:spcAft>
                          <a:spcPts val="0"/>
                        </a:spcAft>
                        <a:buNone/>
                      </a:pPr>
                      <a:r>
                        <a:rPr b="1" lang="en" sz="1200" u="sng">
                          <a:solidFill>
                            <a:schemeClr val="dk1"/>
                          </a:solidFill>
                          <a:latin typeface="Assistant"/>
                          <a:ea typeface="Assistant"/>
                          <a:cs typeface="Assistant"/>
                          <a:sym typeface="Assistant"/>
                        </a:rPr>
                        <a:t>Effectiveness</a:t>
                      </a:r>
                      <a:r>
                        <a:rPr lang="en" sz="1200">
                          <a:solidFill>
                            <a:schemeClr val="dk1"/>
                          </a:solidFill>
                          <a:latin typeface="Assistant"/>
                          <a:ea typeface="Assistant"/>
                          <a:cs typeface="Assistant"/>
                          <a:sym typeface="Assistant"/>
                        </a:rPr>
                        <a:t>: May </a:t>
                      </a:r>
                      <a:r>
                        <a:rPr b="1" lang="en" sz="1200">
                          <a:solidFill>
                            <a:schemeClr val="dk1"/>
                          </a:solidFill>
                          <a:latin typeface="Assistant"/>
                          <a:ea typeface="Assistant"/>
                          <a:cs typeface="Assistant"/>
                          <a:sym typeface="Assistant"/>
                        </a:rPr>
                        <a:t>exacerbate lower back concerns </a:t>
                      </a:r>
                      <a:endParaRPr b="1" sz="1200">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b="1" lang="en" sz="1200" u="sng">
                          <a:solidFill>
                            <a:schemeClr val="dk1"/>
                          </a:solidFill>
                          <a:latin typeface="Assistant"/>
                          <a:ea typeface="Assistant"/>
                          <a:cs typeface="Assistant"/>
                          <a:sym typeface="Assistant"/>
                        </a:rPr>
                        <a:t>Implementation</a:t>
                      </a:r>
                      <a:r>
                        <a:rPr b="1" lang="en" sz="1200">
                          <a:solidFill>
                            <a:schemeClr val="dk1"/>
                          </a:solidFill>
                          <a:latin typeface="Assistant"/>
                          <a:ea typeface="Assistant"/>
                          <a:cs typeface="Assistant"/>
                          <a:sym typeface="Assistant"/>
                        </a:rPr>
                        <a:t>:</a:t>
                      </a:r>
                      <a:r>
                        <a:rPr lang="en" sz="1200">
                          <a:solidFill>
                            <a:schemeClr val="dk1"/>
                          </a:solidFill>
                          <a:latin typeface="Assistant"/>
                          <a:ea typeface="Assistant"/>
                          <a:cs typeface="Assistant"/>
                          <a:sym typeface="Assistant"/>
                        </a:rPr>
                        <a:t> </a:t>
                      </a:r>
                      <a:r>
                        <a:rPr b="1" lang="en" sz="1200">
                          <a:solidFill>
                            <a:schemeClr val="dk1"/>
                          </a:solidFill>
                          <a:latin typeface="Assistant"/>
                          <a:ea typeface="Assistant"/>
                          <a:cs typeface="Assistant"/>
                          <a:sym typeface="Assistant"/>
                        </a:rPr>
                        <a:t>Form/style of implementation is critical</a:t>
                      </a:r>
                      <a:r>
                        <a:rPr lang="en" sz="1200">
                          <a:solidFill>
                            <a:schemeClr val="dk1"/>
                          </a:solidFill>
                          <a:latin typeface="Assistant"/>
                          <a:ea typeface="Assistant"/>
                          <a:cs typeface="Assistant"/>
                          <a:sym typeface="Assistant"/>
                        </a:rPr>
                        <a:t> (i.e., online training modules less effective than in-person sessions)</a:t>
                      </a:r>
                      <a:endParaRPr sz="1200">
                        <a:solidFill>
                          <a:schemeClr val="dk1"/>
                        </a:solidFill>
                        <a:latin typeface="Assistant"/>
                        <a:ea typeface="Assistant"/>
                        <a:cs typeface="Assistant"/>
                        <a:sym typeface="Assistant"/>
                      </a:endParaRPr>
                    </a:p>
                    <a:p>
                      <a:pPr indent="0" lvl="0" marL="0" rtl="0" algn="l">
                        <a:spcBef>
                          <a:spcPts val="0"/>
                        </a:spcBef>
                        <a:spcAft>
                          <a:spcPts val="0"/>
                        </a:spcAft>
                        <a:buNone/>
                      </a:pPr>
                      <a:r>
                        <a:t/>
                      </a:r>
                      <a:endParaRPr sz="1200">
                        <a:solidFill>
                          <a:schemeClr val="dk1"/>
                        </a:solidFill>
                        <a:latin typeface="Assistant"/>
                        <a:ea typeface="Assistant"/>
                        <a:cs typeface="Assistant"/>
                        <a:sym typeface="Assistant"/>
                      </a:endParaRPr>
                    </a:p>
                    <a:p>
                      <a:pPr indent="0" lvl="0" marL="0" rtl="0" algn="l">
                        <a:spcBef>
                          <a:spcPts val="0"/>
                        </a:spcBef>
                        <a:spcAft>
                          <a:spcPts val="0"/>
                        </a:spcAft>
                        <a:buNone/>
                      </a:pPr>
                      <a:r>
                        <a:rPr b="1" lang="en" sz="1200" u="sng">
                          <a:solidFill>
                            <a:schemeClr val="dk1"/>
                          </a:solidFill>
                          <a:latin typeface="Assistant"/>
                          <a:ea typeface="Assistant"/>
                          <a:cs typeface="Assistant"/>
                          <a:sym typeface="Assistant"/>
                        </a:rPr>
                        <a:t>Effectiveness</a:t>
                      </a:r>
                      <a:r>
                        <a:rPr b="1" lang="en" sz="1200">
                          <a:solidFill>
                            <a:schemeClr val="dk1"/>
                          </a:solidFill>
                          <a:latin typeface="Assistant"/>
                          <a:ea typeface="Assistant"/>
                          <a:cs typeface="Assistant"/>
                          <a:sym typeface="Assistant"/>
                        </a:rPr>
                        <a:t>: Immigant/H-2A workers</a:t>
                      </a:r>
                      <a:r>
                        <a:rPr lang="en" sz="1200">
                          <a:solidFill>
                            <a:schemeClr val="dk1"/>
                          </a:solidFill>
                          <a:latin typeface="Assistant"/>
                          <a:ea typeface="Assistant"/>
                          <a:cs typeface="Assistant"/>
                          <a:sym typeface="Assistant"/>
                        </a:rPr>
                        <a:t> systemically score less on post-training comprehension assessments </a:t>
                      </a:r>
                      <a:endParaRPr sz="1200">
                        <a:solidFill>
                          <a:schemeClr val="dk1"/>
                        </a:solidFill>
                        <a:latin typeface="Assistant"/>
                        <a:ea typeface="Assistant"/>
                        <a:cs typeface="Assistant"/>
                        <a:sym typeface="Assistant"/>
                      </a:endParaRPr>
                    </a:p>
                    <a:p>
                      <a:pPr indent="0" lvl="0" marL="0" rtl="0" algn="l">
                        <a:spcBef>
                          <a:spcPts val="0"/>
                        </a:spcBef>
                        <a:spcAft>
                          <a:spcPts val="0"/>
                        </a:spcAft>
                        <a:buNone/>
                      </a:pPr>
                      <a:r>
                        <a:t/>
                      </a:r>
                      <a:endParaRPr sz="1200">
                        <a:solidFill>
                          <a:schemeClr val="dk1"/>
                        </a:solidFill>
                        <a:latin typeface="Assistant"/>
                        <a:ea typeface="Assistant"/>
                        <a:cs typeface="Assistant"/>
                        <a:sym typeface="Assistant"/>
                      </a:endParaRPr>
                    </a:p>
                    <a:p>
                      <a:pPr indent="0" lvl="0" marL="0" rtl="0" algn="l">
                        <a:spcBef>
                          <a:spcPts val="0"/>
                        </a:spcBef>
                        <a:spcAft>
                          <a:spcPts val="0"/>
                        </a:spcAft>
                        <a:buNone/>
                      </a:pPr>
                      <a:r>
                        <a:rPr b="1" lang="en" sz="1200" u="sng">
                          <a:solidFill>
                            <a:schemeClr val="dk1"/>
                          </a:solidFill>
                          <a:latin typeface="Assistant"/>
                          <a:ea typeface="Assistant"/>
                          <a:cs typeface="Assistant"/>
                          <a:sym typeface="Assistant"/>
                        </a:rPr>
                        <a:t>Implementation</a:t>
                      </a:r>
                      <a:r>
                        <a:rPr b="1" lang="en" sz="1200">
                          <a:solidFill>
                            <a:schemeClr val="dk1"/>
                          </a:solidFill>
                          <a:latin typeface="Assistant"/>
                          <a:ea typeface="Assistant"/>
                          <a:cs typeface="Assistant"/>
                          <a:sym typeface="Assistant"/>
                        </a:rPr>
                        <a:t>:</a:t>
                      </a:r>
                      <a:r>
                        <a:rPr lang="en" sz="1200">
                          <a:solidFill>
                            <a:schemeClr val="dk1"/>
                          </a:solidFill>
                          <a:latin typeface="Assistant"/>
                          <a:ea typeface="Assistant"/>
                          <a:cs typeface="Assistant"/>
                          <a:sym typeface="Assistant"/>
                        </a:rPr>
                        <a:t> </a:t>
                      </a:r>
                      <a:r>
                        <a:rPr b="1" lang="en" sz="1200">
                          <a:solidFill>
                            <a:schemeClr val="dk1"/>
                          </a:solidFill>
                          <a:latin typeface="Assistant"/>
                          <a:ea typeface="Assistant"/>
                          <a:cs typeface="Assistant"/>
                          <a:sym typeface="Assistant"/>
                        </a:rPr>
                        <a:t>Dependent on employer’s willingness</a:t>
                      </a:r>
                      <a:r>
                        <a:rPr lang="en" sz="1200">
                          <a:solidFill>
                            <a:schemeClr val="dk1"/>
                          </a:solidFill>
                          <a:latin typeface="Assistant"/>
                          <a:ea typeface="Assistant"/>
                          <a:cs typeface="Assistant"/>
                          <a:sym typeface="Assistant"/>
                        </a:rPr>
                        <a:t> to use company time for training sessions</a:t>
                      </a:r>
                      <a:endParaRPr sz="1200">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pic>
        <p:nvPicPr>
          <p:cNvPr id="571" name="Google Shape;571;p38"/>
          <p:cNvPicPr preferRelativeResize="0"/>
          <p:nvPr/>
        </p:nvPicPr>
        <p:blipFill>
          <a:blip r:embed="rId3">
            <a:alphaModFix/>
          </a:blip>
          <a:stretch>
            <a:fillRect/>
          </a:stretch>
        </p:blipFill>
        <p:spPr>
          <a:xfrm>
            <a:off x="239475" y="1017725"/>
            <a:ext cx="670725" cy="670725"/>
          </a:xfrm>
          <a:prstGeom prst="rect">
            <a:avLst/>
          </a:prstGeom>
          <a:noFill/>
          <a:ln>
            <a:noFill/>
          </a:ln>
        </p:spPr>
      </p:pic>
      <p:pic>
        <p:nvPicPr>
          <p:cNvPr id="572" name="Google Shape;572;p38"/>
          <p:cNvPicPr preferRelativeResize="0"/>
          <p:nvPr/>
        </p:nvPicPr>
        <p:blipFill>
          <a:blip r:embed="rId4">
            <a:alphaModFix/>
          </a:blip>
          <a:stretch>
            <a:fillRect/>
          </a:stretch>
        </p:blipFill>
        <p:spPr>
          <a:xfrm>
            <a:off x="8233800" y="1017725"/>
            <a:ext cx="670725" cy="6707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800"/>
              <a:t>Adaptation of Hydration Backpack Systems</a:t>
            </a:r>
            <a:endParaRPr sz="2800">
              <a:highlight>
                <a:schemeClr val="accent1"/>
              </a:highlight>
            </a:endParaRPr>
          </a:p>
        </p:txBody>
      </p:sp>
      <p:sp>
        <p:nvSpPr>
          <p:cNvPr id="578" name="Google Shape;578;p39"/>
          <p:cNvSpPr txBox="1"/>
          <p:nvPr/>
        </p:nvSpPr>
        <p:spPr>
          <a:xfrm>
            <a:off x="487525" y="934900"/>
            <a:ext cx="8505900" cy="412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Assistant Medium"/>
                <a:ea typeface="Assistant Medium"/>
                <a:cs typeface="Assistant Medium"/>
                <a:sym typeface="Assistant Medium"/>
              </a:rPr>
              <a:t>Changes Needed:</a:t>
            </a:r>
            <a:endParaRPr>
              <a:solidFill>
                <a:schemeClr val="dk1"/>
              </a:solidFill>
              <a:latin typeface="Assistant Medium"/>
              <a:ea typeface="Assistant Medium"/>
              <a:cs typeface="Assistant Medium"/>
              <a:sym typeface="Assistant Medium"/>
            </a:endParaRPr>
          </a:p>
          <a:p>
            <a:pPr indent="-317500" lvl="0" marL="457200" rtl="0" algn="l">
              <a:spcBef>
                <a:spcPts val="0"/>
              </a:spcBef>
              <a:spcAft>
                <a:spcPts val="0"/>
              </a:spcAft>
              <a:buClr>
                <a:schemeClr val="dk1"/>
              </a:buClr>
              <a:buSzPts val="1400"/>
              <a:buFont typeface="Assistant Medium"/>
              <a:buChar char="●"/>
            </a:pPr>
            <a:r>
              <a:rPr lang="en">
                <a:solidFill>
                  <a:schemeClr val="dk1"/>
                </a:solidFill>
                <a:latin typeface="Assistant Medium"/>
                <a:ea typeface="Assistant Medium"/>
                <a:cs typeface="Assistant Medium"/>
                <a:sym typeface="Assistant Medium"/>
              </a:rPr>
              <a:t>Adapt to include </a:t>
            </a:r>
            <a:r>
              <a:rPr b="1" lang="en">
                <a:solidFill>
                  <a:schemeClr val="dk1"/>
                </a:solidFill>
                <a:latin typeface="Assistant"/>
                <a:ea typeface="Assistant"/>
                <a:cs typeface="Assistant"/>
                <a:sym typeface="Assistant"/>
              </a:rPr>
              <a:t>non-H-2A workers, women, and other non-NC Southern states</a:t>
            </a:r>
            <a:r>
              <a:rPr b="1" baseline="30000" lang="en">
                <a:solidFill>
                  <a:schemeClr val="dk1"/>
                </a:solidFill>
                <a:latin typeface="Assistant"/>
                <a:ea typeface="Assistant"/>
                <a:cs typeface="Assistant"/>
                <a:sym typeface="Assistant"/>
              </a:rPr>
              <a:t>6</a:t>
            </a:r>
            <a:r>
              <a:rPr lang="en">
                <a:solidFill>
                  <a:schemeClr val="dk1"/>
                </a:solidFill>
                <a:latin typeface="Assistant Medium"/>
                <a:ea typeface="Assistant Medium"/>
                <a:cs typeface="Assistant Medium"/>
                <a:sym typeface="Assistant Medium"/>
              </a:rPr>
              <a:t> </a:t>
            </a:r>
            <a:endParaRPr b="1" u="sng">
              <a:solidFill>
                <a:schemeClr val="dk1"/>
              </a:solidFill>
              <a:latin typeface="Assistant"/>
              <a:ea typeface="Assistant"/>
              <a:cs typeface="Assistant"/>
              <a:sym typeface="Assistant"/>
            </a:endParaRPr>
          </a:p>
          <a:p>
            <a:pPr indent="-317500" lvl="0" marL="457200" rtl="0" algn="l">
              <a:spcBef>
                <a:spcPts val="0"/>
              </a:spcBef>
              <a:spcAft>
                <a:spcPts val="0"/>
              </a:spcAft>
              <a:buClr>
                <a:schemeClr val="dk1"/>
              </a:buClr>
              <a:buSzPts val="1400"/>
              <a:buFont typeface="Assistant Medium"/>
              <a:buChar char="●"/>
            </a:pPr>
            <a:r>
              <a:rPr lang="en">
                <a:solidFill>
                  <a:schemeClr val="dk1"/>
                </a:solidFill>
                <a:latin typeface="Assistant Medium"/>
                <a:ea typeface="Assistant Medium"/>
                <a:cs typeface="Assistant Medium"/>
                <a:sym typeface="Assistant Medium"/>
              </a:rPr>
              <a:t>Modification for different terrain and </a:t>
            </a:r>
            <a:r>
              <a:rPr b="1" lang="en">
                <a:solidFill>
                  <a:schemeClr val="dk1"/>
                </a:solidFill>
                <a:latin typeface="Assistant"/>
                <a:ea typeface="Assistant"/>
                <a:cs typeface="Assistant"/>
                <a:sym typeface="Assistant"/>
              </a:rPr>
              <a:t>work responsibilities</a:t>
            </a:r>
            <a:r>
              <a:rPr lang="en">
                <a:solidFill>
                  <a:schemeClr val="dk1"/>
                </a:solidFill>
                <a:latin typeface="Assistant Medium"/>
                <a:ea typeface="Assistant Medium"/>
                <a:cs typeface="Assistant Medium"/>
                <a:sym typeface="Assistant Medium"/>
              </a:rPr>
              <a:t> (driving, harvesting, etc)</a:t>
            </a:r>
            <a:endParaRPr>
              <a:solidFill>
                <a:schemeClr val="dk1"/>
              </a:solidFill>
              <a:latin typeface="Assistant Medium"/>
              <a:ea typeface="Assistant Medium"/>
              <a:cs typeface="Assistant Medium"/>
              <a:sym typeface="Assistant Medium"/>
            </a:endParaRPr>
          </a:p>
          <a:p>
            <a:pPr indent="-317500" lvl="0" marL="457200" rtl="0" algn="l">
              <a:spcBef>
                <a:spcPts val="0"/>
              </a:spcBef>
              <a:spcAft>
                <a:spcPts val="0"/>
              </a:spcAft>
              <a:buClr>
                <a:schemeClr val="dk1"/>
              </a:buClr>
              <a:buSzPts val="1400"/>
              <a:buFont typeface="Assistant Medium"/>
              <a:buChar char="●"/>
            </a:pPr>
            <a:r>
              <a:rPr lang="en">
                <a:solidFill>
                  <a:schemeClr val="dk1"/>
                </a:solidFill>
                <a:latin typeface="Assistant Medium"/>
                <a:ea typeface="Assistant Medium"/>
                <a:cs typeface="Assistant Medium"/>
                <a:sym typeface="Assistant Medium"/>
              </a:rPr>
              <a:t>Intervention is already versatile –  fundamental natural is not changing</a:t>
            </a:r>
            <a:endParaRPr>
              <a:solidFill>
                <a:schemeClr val="dk1"/>
              </a:solidFill>
              <a:latin typeface="Assistant Medium"/>
              <a:ea typeface="Assistant Medium"/>
              <a:cs typeface="Assistant Medium"/>
              <a:sym typeface="Assistant Medium"/>
            </a:endParaRPr>
          </a:p>
          <a:p>
            <a:pPr indent="0" lvl="0" marL="0" rtl="0" algn="l">
              <a:spcBef>
                <a:spcPts val="0"/>
              </a:spcBef>
              <a:spcAft>
                <a:spcPts val="0"/>
              </a:spcAft>
              <a:buNone/>
            </a:pPr>
            <a:r>
              <a:rPr lang="en">
                <a:solidFill>
                  <a:schemeClr val="dk1"/>
                </a:solidFill>
                <a:latin typeface="Assistant Medium"/>
                <a:ea typeface="Assistant Medium"/>
                <a:cs typeface="Assistant Medium"/>
                <a:sym typeface="Assistant Medium"/>
              </a:rPr>
              <a:t>Generating Buy-In:</a:t>
            </a:r>
            <a:endParaRPr>
              <a:solidFill>
                <a:schemeClr val="dk1"/>
              </a:solidFill>
              <a:latin typeface="Assistant Medium"/>
              <a:ea typeface="Assistant Medium"/>
              <a:cs typeface="Assistant Medium"/>
              <a:sym typeface="Assistant Medium"/>
            </a:endParaRPr>
          </a:p>
          <a:p>
            <a:pPr indent="-317500" lvl="0" marL="457200" rtl="0" algn="l">
              <a:spcBef>
                <a:spcPts val="0"/>
              </a:spcBef>
              <a:spcAft>
                <a:spcPts val="0"/>
              </a:spcAft>
              <a:buClr>
                <a:schemeClr val="dk1"/>
              </a:buClr>
              <a:buSzPts val="1400"/>
              <a:buFont typeface="Assistant Medium"/>
              <a:buChar char="●"/>
            </a:pPr>
            <a:r>
              <a:rPr lang="en">
                <a:solidFill>
                  <a:schemeClr val="dk1"/>
                </a:solidFill>
                <a:latin typeface="Assistant Medium"/>
                <a:ea typeface="Assistant Medium"/>
                <a:cs typeface="Assistant Medium"/>
                <a:sym typeface="Assistant Medium"/>
              </a:rPr>
              <a:t>Partner with </a:t>
            </a:r>
            <a:r>
              <a:rPr b="1" lang="en">
                <a:solidFill>
                  <a:schemeClr val="dk1"/>
                </a:solidFill>
                <a:latin typeface="Assistant"/>
                <a:ea typeface="Assistant"/>
                <a:cs typeface="Assistant"/>
                <a:sym typeface="Assistant"/>
              </a:rPr>
              <a:t>Federally Qualified Health Centers </a:t>
            </a:r>
            <a:r>
              <a:rPr lang="en">
                <a:solidFill>
                  <a:schemeClr val="dk1"/>
                </a:solidFill>
                <a:latin typeface="Assistant Medium"/>
                <a:ea typeface="Assistant Medium"/>
                <a:cs typeface="Assistant Medium"/>
                <a:sym typeface="Assistant Medium"/>
              </a:rPr>
              <a:t>(FQHCs) to distribute backpacks</a:t>
            </a:r>
            <a:r>
              <a:rPr baseline="30000" lang="en">
                <a:solidFill>
                  <a:schemeClr val="dk1"/>
                </a:solidFill>
                <a:latin typeface="Assistant Medium"/>
                <a:ea typeface="Assistant Medium"/>
                <a:cs typeface="Assistant Medium"/>
                <a:sym typeface="Assistant Medium"/>
              </a:rPr>
              <a:t>6</a:t>
            </a:r>
            <a:r>
              <a:rPr lang="en">
                <a:solidFill>
                  <a:schemeClr val="dk1"/>
                </a:solidFill>
                <a:latin typeface="Assistant Medium"/>
                <a:ea typeface="Assistant Medium"/>
                <a:cs typeface="Assistant Medium"/>
                <a:sym typeface="Assistant Medium"/>
              </a:rPr>
              <a:t> </a:t>
            </a:r>
            <a:endParaRPr>
              <a:solidFill>
                <a:schemeClr val="dk1"/>
              </a:solidFill>
              <a:latin typeface="Assistant Medium"/>
              <a:ea typeface="Assistant Medium"/>
              <a:cs typeface="Assistant Medium"/>
              <a:sym typeface="Assistant Medium"/>
            </a:endParaRPr>
          </a:p>
          <a:p>
            <a:pPr indent="-317500" lvl="0" marL="457200" rtl="0" algn="l">
              <a:spcBef>
                <a:spcPts val="0"/>
              </a:spcBef>
              <a:spcAft>
                <a:spcPts val="0"/>
              </a:spcAft>
              <a:buClr>
                <a:schemeClr val="dk1"/>
              </a:buClr>
              <a:buSzPts val="1400"/>
              <a:buFont typeface="Assistant Medium"/>
              <a:buChar char="●"/>
            </a:pPr>
            <a:r>
              <a:rPr b="1" lang="en">
                <a:solidFill>
                  <a:schemeClr val="dk1"/>
                </a:solidFill>
                <a:latin typeface="Assistant"/>
                <a:ea typeface="Assistant"/>
                <a:cs typeface="Assistant"/>
                <a:sym typeface="Assistant"/>
              </a:rPr>
              <a:t>Engage employers</a:t>
            </a:r>
            <a:r>
              <a:rPr lang="en">
                <a:solidFill>
                  <a:schemeClr val="dk1"/>
                </a:solidFill>
                <a:latin typeface="Assistant Medium"/>
                <a:ea typeface="Assistant Medium"/>
                <a:cs typeface="Assistant Medium"/>
                <a:sym typeface="Assistant Medium"/>
              </a:rPr>
              <a:t> by emphasizing that hydration improves labor productivity, per FAO findings</a:t>
            </a:r>
            <a:r>
              <a:rPr baseline="30000" lang="en">
                <a:solidFill>
                  <a:schemeClr val="dk1"/>
                </a:solidFill>
                <a:latin typeface="Assistant Medium"/>
                <a:ea typeface="Assistant Medium"/>
                <a:cs typeface="Assistant Medium"/>
                <a:sym typeface="Assistant Medium"/>
              </a:rPr>
              <a:t>12</a:t>
            </a:r>
            <a:r>
              <a:rPr lang="en">
                <a:solidFill>
                  <a:schemeClr val="dk1"/>
                </a:solidFill>
                <a:latin typeface="Assistant Medium"/>
                <a:ea typeface="Assistant Medium"/>
                <a:cs typeface="Assistant Medium"/>
                <a:sym typeface="Assistant Medium"/>
              </a:rPr>
              <a:t> </a:t>
            </a:r>
            <a:endParaRPr b="1" u="sng">
              <a:solidFill>
                <a:schemeClr val="dk1"/>
              </a:solidFill>
              <a:latin typeface="Assistant"/>
              <a:ea typeface="Assistant"/>
              <a:cs typeface="Assistant"/>
              <a:sym typeface="Assistant"/>
            </a:endParaRPr>
          </a:p>
          <a:p>
            <a:pPr indent="-317500" lvl="0" marL="457200" rtl="0" algn="l">
              <a:spcBef>
                <a:spcPts val="0"/>
              </a:spcBef>
              <a:spcAft>
                <a:spcPts val="0"/>
              </a:spcAft>
              <a:buClr>
                <a:schemeClr val="dk1"/>
              </a:buClr>
              <a:buSzPts val="1400"/>
              <a:buFont typeface="Assistant Medium"/>
              <a:buChar char="●"/>
            </a:pPr>
            <a:r>
              <a:rPr lang="en">
                <a:solidFill>
                  <a:schemeClr val="dk1"/>
                </a:solidFill>
                <a:latin typeface="Assistant Medium"/>
                <a:ea typeface="Assistant Medium"/>
                <a:cs typeface="Assistant Medium"/>
                <a:sym typeface="Assistant Medium"/>
              </a:rPr>
              <a:t>Culturally appropriate education materials for Spanish-speaking workers</a:t>
            </a:r>
            <a:endParaRPr>
              <a:solidFill>
                <a:schemeClr val="dk1"/>
              </a:solidFill>
              <a:latin typeface="Assistant Medium"/>
              <a:ea typeface="Assistant Medium"/>
              <a:cs typeface="Assistant Medium"/>
              <a:sym typeface="Assistant Medium"/>
            </a:endParaRPr>
          </a:p>
          <a:p>
            <a:pPr indent="0" lvl="0" marL="0" rtl="0" algn="l">
              <a:spcBef>
                <a:spcPts val="0"/>
              </a:spcBef>
              <a:spcAft>
                <a:spcPts val="0"/>
              </a:spcAft>
              <a:buNone/>
            </a:pPr>
            <a:r>
              <a:rPr lang="en">
                <a:solidFill>
                  <a:schemeClr val="dk1"/>
                </a:solidFill>
                <a:latin typeface="Assistant Medium"/>
                <a:ea typeface="Assistant Medium"/>
                <a:cs typeface="Assistant Medium"/>
                <a:sym typeface="Assistant Medium"/>
              </a:rPr>
              <a:t>Measuring</a:t>
            </a:r>
            <a:r>
              <a:rPr lang="en">
                <a:solidFill>
                  <a:schemeClr val="dk1"/>
                </a:solidFill>
                <a:latin typeface="Assistant Medium"/>
                <a:ea typeface="Assistant Medium"/>
                <a:cs typeface="Assistant Medium"/>
                <a:sym typeface="Assistant Medium"/>
              </a:rPr>
              <a:t> Outcomes:</a:t>
            </a:r>
            <a:endParaRPr>
              <a:solidFill>
                <a:schemeClr val="dk1"/>
              </a:solidFill>
              <a:latin typeface="Assistant Medium"/>
              <a:ea typeface="Assistant Medium"/>
              <a:cs typeface="Assistant Medium"/>
              <a:sym typeface="Assistant Medium"/>
            </a:endParaRPr>
          </a:p>
          <a:p>
            <a:pPr indent="-317500" lvl="0" marL="457200" rtl="0" algn="l">
              <a:spcBef>
                <a:spcPts val="0"/>
              </a:spcBef>
              <a:spcAft>
                <a:spcPts val="0"/>
              </a:spcAft>
              <a:buClr>
                <a:schemeClr val="dk1"/>
              </a:buClr>
              <a:buSzPts val="1400"/>
              <a:buFont typeface="Assistant Medium"/>
              <a:buChar char="●"/>
            </a:pPr>
            <a:r>
              <a:rPr lang="en">
                <a:solidFill>
                  <a:schemeClr val="dk1"/>
                </a:solidFill>
                <a:latin typeface="Assistant Medium"/>
                <a:ea typeface="Assistant Medium"/>
                <a:cs typeface="Assistant Medium"/>
                <a:sym typeface="Assistant Medium"/>
              </a:rPr>
              <a:t>Track daily </a:t>
            </a:r>
            <a:r>
              <a:rPr b="1" lang="en">
                <a:solidFill>
                  <a:schemeClr val="dk1"/>
                </a:solidFill>
                <a:latin typeface="Assistant"/>
                <a:ea typeface="Assistant"/>
                <a:cs typeface="Assistant"/>
                <a:sym typeface="Assistant"/>
              </a:rPr>
              <a:t>water intake</a:t>
            </a:r>
            <a:r>
              <a:rPr lang="en">
                <a:solidFill>
                  <a:schemeClr val="dk1"/>
                </a:solidFill>
                <a:latin typeface="Assistant Medium"/>
                <a:ea typeface="Assistant Medium"/>
                <a:cs typeface="Assistant Medium"/>
                <a:sym typeface="Assistant Medium"/>
              </a:rPr>
              <a:t> (volume consumed per shift)</a:t>
            </a:r>
            <a:endParaRPr>
              <a:solidFill>
                <a:schemeClr val="dk1"/>
              </a:solidFill>
              <a:latin typeface="Assistant Medium"/>
              <a:ea typeface="Assistant Medium"/>
              <a:cs typeface="Assistant Medium"/>
              <a:sym typeface="Assistant Medium"/>
            </a:endParaRPr>
          </a:p>
          <a:p>
            <a:pPr indent="-317500" lvl="0" marL="457200" rtl="0" algn="l">
              <a:spcBef>
                <a:spcPts val="0"/>
              </a:spcBef>
              <a:spcAft>
                <a:spcPts val="0"/>
              </a:spcAft>
              <a:buClr>
                <a:schemeClr val="dk1"/>
              </a:buClr>
              <a:buSzPts val="1400"/>
              <a:buFont typeface="Assistant Medium"/>
              <a:buChar char="●"/>
            </a:pPr>
            <a:r>
              <a:rPr lang="en">
                <a:solidFill>
                  <a:schemeClr val="dk1"/>
                </a:solidFill>
                <a:latin typeface="Assistant Medium"/>
                <a:ea typeface="Assistant Medium"/>
                <a:cs typeface="Assistant Medium"/>
                <a:sym typeface="Assistant Medium"/>
              </a:rPr>
              <a:t>Administer </a:t>
            </a:r>
            <a:r>
              <a:rPr b="1" lang="en">
                <a:solidFill>
                  <a:schemeClr val="dk1"/>
                </a:solidFill>
                <a:latin typeface="Assistant"/>
                <a:ea typeface="Assistant"/>
                <a:cs typeface="Assistant"/>
                <a:sym typeface="Assistant"/>
              </a:rPr>
              <a:t>pre/post surveys</a:t>
            </a:r>
            <a:r>
              <a:rPr lang="en">
                <a:solidFill>
                  <a:schemeClr val="dk1"/>
                </a:solidFill>
                <a:latin typeface="Assistant Medium"/>
                <a:ea typeface="Assistant Medium"/>
                <a:cs typeface="Assistant Medium"/>
                <a:sym typeface="Assistant Medium"/>
              </a:rPr>
              <a:t> on HRI symptoms and record incidence to FQHCs or clinics</a:t>
            </a:r>
            <a:endParaRPr>
              <a:solidFill>
                <a:schemeClr val="dk1"/>
              </a:solidFill>
              <a:latin typeface="Assistant Medium"/>
              <a:ea typeface="Assistant Medium"/>
              <a:cs typeface="Assistant Medium"/>
              <a:sym typeface="Assistant Medium"/>
            </a:endParaRPr>
          </a:p>
          <a:p>
            <a:pPr indent="-317500" lvl="0" marL="457200" rtl="0" algn="l">
              <a:spcBef>
                <a:spcPts val="0"/>
              </a:spcBef>
              <a:spcAft>
                <a:spcPts val="0"/>
              </a:spcAft>
              <a:buClr>
                <a:schemeClr val="dk1"/>
              </a:buClr>
              <a:buSzPts val="1400"/>
              <a:buFont typeface="Assistant Medium"/>
              <a:buChar char="●"/>
            </a:pPr>
            <a:r>
              <a:rPr lang="en">
                <a:solidFill>
                  <a:schemeClr val="dk1"/>
                </a:solidFill>
                <a:latin typeface="Assistant Medium"/>
                <a:ea typeface="Assistant Medium"/>
                <a:cs typeface="Assistant Medium"/>
                <a:sym typeface="Assistant Medium"/>
              </a:rPr>
              <a:t>Monitor </a:t>
            </a:r>
            <a:r>
              <a:rPr b="1" lang="en">
                <a:solidFill>
                  <a:schemeClr val="dk1"/>
                </a:solidFill>
                <a:latin typeface="Assistant"/>
                <a:ea typeface="Assistant"/>
                <a:cs typeface="Assistant"/>
                <a:sym typeface="Assistant"/>
              </a:rPr>
              <a:t>dehydration rates</a:t>
            </a:r>
            <a:r>
              <a:rPr lang="en">
                <a:solidFill>
                  <a:schemeClr val="dk1"/>
                </a:solidFill>
                <a:latin typeface="Assistant Medium"/>
                <a:ea typeface="Assistant Medium"/>
                <a:cs typeface="Assistant Medium"/>
                <a:sym typeface="Assistant Medium"/>
              </a:rPr>
              <a:t> at end of shift</a:t>
            </a:r>
            <a:endParaRPr b="1" u="sng">
              <a:solidFill>
                <a:schemeClr val="dk1"/>
              </a:solidFill>
              <a:latin typeface="Assistant"/>
              <a:ea typeface="Assistant"/>
              <a:cs typeface="Assistant"/>
              <a:sym typeface="Assistant"/>
            </a:endParaRPr>
          </a:p>
          <a:p>
            <a:pPr indent="0" lvl="0" marL="0" rtl="0" algn="l">
              <a:spcBef>
                <a:spcPts val="0"/>
              </a:spcBef>
              <a:spcAft>
                <a:spcPts val="0"/>
              </a:spcAft>
              <a:buNone/>
            </a:pPr>
            <a:r>
              <a:rPr lang="en">
                <a:solidFill>
                  <a:schemeClr val="dk1"/>
                </a:solidFill>
                <a:latin typeface="Assistant Medium"/>
                <a:ea typeface="Assistant Medium"/>
                <a:cs typeface="Assistant Medium"/>
                <a:sym typeface="Assistant Medium"/>
              </a:rPr>
              <a:t>Sustaining Long-Term Implementation:</a:t>
            </a:r>
            <a:endParaRPr>
              <a:solidFill>
                <a:schemeClr val="dk1"/>
              </a:solidFill>
              <a:latin typeface="Assistant Medium"/>
              <a:ea typeface="Assistant Medium"/>
              <a:cs typeface="Assistant Medium"/>
              <a:sym typeface="Assistant Medium"/>
            </a:endParaRPr>
          </a:p>
          <a:p>
            <a:pPr indent="-317500" lvl="0" marL="457200" rtl="0" algn="l">
              <a:spcBef>
                <a:spcPts val="0"/>
              </a:spcBef>
              <a:spcAft>
                <a:spcPts val="0"/>
              </a:spcAft>
              <a:buClr>
                <a:schemeClr val="dk1"/>
              </a:buClr>
              <a:buSzPts val="1400"/>
              <a:buFont typeface="Assistant Medium"/>
              <a:buChar char="●"/>
            </a:pPr>
            <a:r>
              <a:rPr lang="en">
                <a:solidFill>
                  <a:schemeClr val="dk1"/>
                </a:solidFill>
                <a:latin typeface="Assistant Medium"/>
                <a:ea typeface="Assistant Medium"/>
                <a:cs typeface="Assistant Medium"/>
                <a:sym typeface="Assistant Medium"/>
              </a:rPr>
              <a:t>Seek funding through </a:t>
            </a:r>
            <a:r>
              <a:rPr b="1" lang="en">
                <a:solidFill>
                  <a:schemeClr val="dk1"/>
                </a:solidFill>
                <a:latin typeface="Assistant"/>
                <a:ea typeface="Assistant"/>
                <a:cs typeface="Assistant"/>
                <a:sym typeface="Assistant"/>
              </a:rPr>
              <a:t>agricultural health grants, FQHC partnerships, and state health departments</a:t>
            </a:r>
            <a:endParaRPr b="1">
              <a:solidFill>
                <a:schemeClr val="dk1"/>
              </a:solidFill>
              <a:latin typeface="Assistant"/>
              <a:ea typeface="Assistant"/>
              <a:cs typeface="Assistant"/>
              <a:sym typeface="Assistant"/>
            </a:endParaRPr>
          </a:p>
          <a:p>
            <a:pPr indent="-317500" lvl="0" marL="457200" rtl="0" algn="l">
              <a:spcBef>
                <a:spcPts val="0"/>
              </a:spcBef>
              <a:spcAft>
                <a:spcPts val="0"/>
              </a:spcAft>
              <a:buClr>
                <a:schemeClr val="dk1"/>
              </a:buClr>
              <a:buSzPts val="1400"/>
              <a:buFont typeface="Assistant Medium"/>
              <a:buChar char="●"/>
            </a:pPr>
            <a:r>
              <a:rPr lang="en">
                <a:solidFill>
                  <a:schemeClr val="dk1"/>
                </a:solidFill>
                <a:latin typeface="Assistant Medium"/>
                <a:ea typeface="Assistant Medium"/>
                <a:cs typeface="Assistant Medium"/>
                <a:sym typeface="Assistant Medium"/>
              </a:rPr>
              <a:t>Provide </a:t>
            </a:r>
            <a:r>
              <a:rPr b="1" lang="en">
                <a:solidFill>
                  <a:schemeClr val="dk1"/>
                </a:solidFill>
                <a:latin typeface="Assistant"/>
                <a:ea typeface="Assistant"/>
                <a:cs typeface="Assistant"/>
                <a:sym typeface="Assistant"/>
              </a:rPr>
              <a:t>training sessions</a:t>
            </a:r>
            <a:r>
              <a:rPr lang="en">
                <a:solidFill>
                  <a:schemeClr val="dk1"/>
                </a:solidFill>
                <a:latin typeface="Assistant Medium"/>
                <a:ea typeface="Assistant Medium"/>
                <a:cs typeface="Assistant Medium"/>
                <a:sym typeface="Assistant Medium"/>
              </a:rPr>
              <a:t> on backpack sanitation and maintenance (89% interested in continuous use)</a:t>
            </a:r>
            <a:r>
              <a:rPr baseline="30000" lang="en">
                <a:solidFill>
                  <a:schemeClr val="dk1"/>
                </a:solidFill>
                <a:latin typeface="Assistant Medium"/>
                <a:ea typeface="Assistant Medium"/>
                <a:cs typeface="Assistant Medium"/>
                <a:sym typeface="Assistant Medium"/>
              </a:rPr>
              <a:t>6</a:t>
            </a:r>
            <a:r>
              <a:rPr lang="en">
                <a:solidFill>
                  <a:schemeClr val="dk1"/>
                </a:solidFill>
                <a:latin typeface="Assistant Medium"/>
                <a:ea typeface="Assistant Medium"/>
                <a:cs typeface="Assistant Medium"/>
                <a:sym typeface="Assistant Medium"/>
              </a:rPr>
              <a:t> </a:t>
            </a:r>
            <a:endParaRPr>
              <a:solidFill>
                <a:schemeClr val="dk1"/>
              </a:solidFill>
              <a:latin typeface="Assistant Medium"/>
              <a:ea typeface="Assistant Medium"/>
              <a:cs typeface="Assistant Medium"/>
              <a:sym typeface="Assistant Medium"/>
            </a:endParaRPr>
          </a:p>
          <a:p>
            <a:pPr indent="-317500" lvl="0" marL="457200" rtl="0" algn="l">
              <a:spcBef>
                <a:spcPts val="0"/>
              </a:spcBef>
              <a:spcAft>
                <a:spcPts val="0"/>
              </a:spcAft>
              <a:buClr>
                <a:schemeClr val="dk1"/>
              </a:buClr>
              <a:buSzPts val="1400"/>
              <a:buFont typeface="Assistant Medium"/>
              <a:buChar char="●"/>
            </a:pPr>
            <a:r>
              <a:rPr lang="en">
                <a:solidFill>
                  <a:schemeClr val="dk1"/>
                </a:solidFill>
                <a:latin typeface="Assistant Medium"/>
                <a:ea typeface="Assistant Medium"/>
                <a:cs typeface="Assistant Medium"/>
                <a:sym typeface="Assistant Medium"/>
              </a:rPr>
              <a:t>Establish employer compliance tied to </a:t>
            </a:r>
            <a:r>
              <a:rPr b="1" lang="en">
                <a:solidFill>
                  <a:schemeClr val="dk1"/>
                </a:solidFill>
                <a:latin typeface="Assistant"/>
                <a:ea typeface="Assistant"/>
                <a:cs typeface="Assistant"/>
                <a:sym typeface="Assistant"/>
              </a:rPr>
              <a:t>OSHA guidance</a:t>
            </a:r>
            <a:endParaRPr b="1">
              <a:solidFill>
                <a:schemeClr val="dk1"/>
              </a:solidFill>
              <a:latin typeface="Assistant"/>
              <a:ea typeface="Assistant"/>
              <a:cs typeface="Assistant"/>
              <a:sym typeface="Assistan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pic>
        <p:nvPicPr>
          <p:cNvPr id="583" name="Google Shape;583;p40"/>
          <p:cNvPicPr preferRelativeResize="0"/>
          <p:nvPr/>
        </p:nvPicPr>
        <p:blipFill>
          <a:blip r:embed="rId3">
            <a:alphaModFix/>
          </a:blip>
          <a:stretch>
            <a:fillRect/>
          </a:stretch>
        </p:blipFill>
        <p:spPr>
          <a:xfrm>
            <a:off x="86950" y="1990475"/>
            <a:ext cx="800100" cy="685800"/>
          </a:xfrm>
          <a:prstGeom prst="rect">
            <a:avLst/>
          </a:prstGeom>
          <a:noFill/>
          <a:ln>
            <a:noFill/>
          </a:ln>
        </p:spPr>
      </p:pic>
      <p:sp>
        <p:nvSpPr>
          <p:cNvPr id="584" name="Google Shape;584;p40"/>
          <p:cNvSpPr txBox="1"/>
          <p:nvPr>
            <p:ph type="title"/>
          </p:nvPr>
        </p:nvSpPr>
        <p:spPr>
          <a:xfrm>
            <a:off x="720000" y="2794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800"/>
              <a:t>Logic Model: Backpack Hydration Systems</a:t>
            </a:r>
            <a:endParaRPr sz="2800"/>
          </a:p>
        </p:txBody>
      </p:sp>
      <p:sp>
        <p:nvSpPr>
          <p:cNvPr id="585" name="Google Shape;585;p40"/>
          <p:cNvSpPr/>
          <p:nvPr/>
        </p:nvSpPr>
        <p:spPr>
          <a:xfrm>
            <a:off x="-28187" y="852150"/>
            <a:ext cx="2129100" cy="493200"/>
          </a:xfrm>
          <a:prstGeom prst="homePlate">
            <a:avLst>
              <a:gd fmla="val 50000" name="adj"/>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Inputs</a:t>
            </a:r>
            <a:endParaRPr>
              <a:solidFill>
                <a:srgbClr val="FFFFFF"/>
              </a:solidFill>
              <a:latin typeface="Roboto"/>
              <a:ea typeface="Roboto"/>
              <a:cs typeface="Roboto"/>
              <a:sym typeface="Roboto"/>
            </a:endParaRPr>
          </a:p>
        </p:txBody>
      </p:sp>
      <p:sp>
        <p:nvSpPr>
          <p:cNvPr id="586" name="Google Shape;586;p40"/>
          <p:cNvSpPr/>
          <p:nvPr/>
        </p:nvSpPr>
        <p:spPr>
          <a:xfrm>
            <a:off x="3542237" y="852150"/>
            <a:ext cx="2243100" cy="493200"/>
          </a:xfrm>
          <a:prstGeom prst="chevron">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Outputs</a:t>
            </a:r>
            <a:endParaRPr>
              <a:solidFill>
                <a:srgbClr val="FFFFFF"/>
              </a:solidFill>
              <a:latin typeface="Roboto"/>
              <a:ea typeface="Roboto"/>
              <a:cs typeface="Roboto"/>
              <a:sym typeface="Roboto"/>
            </a:endParaRPr>
          </a:p>
        </p:txBody>
      </p:sp>
      <p:sp>
        <p:nvSpPr>
          <p:cNvPr id="587" name="Google Shape;587;p40"/>
          <p:cNvSpPr/>
          <p:nvPr/>
        </p:nvSpPr>
        <p:spPr>
          <a:xfrm>
            <a:off x="5394637" y="852150"/>
            <a:ext cx="2129100" cy="493200"/>
          </a:xfrm>
          <a:prstGeom prst="chevron">
            <a:avLst>
              <a:gd fmla="val 50000" name="adj"/>
            </a:avLst>
          </a:prstGeom>
          <a:solidFill>
            <a:srgbClr val="9FC5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Short Term Outcomes</a:t>
            </a:r>
            <a:endParaRPr>
              <a:solidFill>
                <a:srgbClr val="FFFFFF"/>
              </a:solidFill>
              <a:latin typeface="Roboto"/>
              <a:ea typeface="Roboto"/>
              <a:cs typeface="Roboto"/>
              <a:sym typeface="Roboto"/>
            </a:endParaRPr>
          </a:p>
        </p:txBody>
      </p:sp>
      <p:sp>
        <p:nvSpPr>
          <p:cNvPr id="588" name="Google Shape;588;p40"/>
          <p:cNvSpPr/>
          <p:nvPr/>
        </p:nvSpPr>
        <p:spPr>
          <a:xfrm>
            <a:off x="1679237" y="852150"/>
            <a:ext cx="2243100" cy="493200"/>
          </a:xfrm>
          <a:prstGeom prst="chevron">
            <a:avLst>
              <a:gd fmla="val 50000" name="adj"/>
            </a:avLst>
          </a:prstGeom>
          <a:solidFill>
            <a:schemeClr val="accen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Activities</a:t>
            </a:r>
            <a:endParaRPr>
              <a:solidFill>
                <a:srgbClr val="FFFFFF"/>
              </a:solidFill>
              <a:latin typeface="Roboto"/>
              <a:ea typeface="Roboto"/>
              <a:cs typeface="Roboto"/>
              <a:sym typeface="Roboto"/>
            </a:endParaRPr>
          </a:p>
        </p:txBody>
      </p:sp>
      <p:graphicFrame>
        <p:nvGraphicFramePr>
          <p:cNvPr id="589" name="Google Shape;589;p40"/>
          <p:cNvGraphicFramePr/>
          <p:nvPr/>
        </p:nvGraphicFramePr>
        <p:xfrm>
          <a:off x="0" y="1345350"/>
          <a:ext cx="3000000" cy="3000000"/>
        </p:xfrm>
        <a:graphic>
          <a:graphicData uri="http://schemas.openxmlformats.org/drawingml/2006/table">
            <a:tbl>
              <a:tblPr>
                <a:noFill/>
                <a:tableStyleId>{9032843C-6531-487A-AE5A-FDD01C72E7F7}</a:tableStyleId>
              </a:tblPr>
              <a:tblGrid>
                <a:gridCol w="1828800"/>
                <a:gridCol w="1828800"/>
                <a:gridCol w="1828800"/>
                <a:gridCol w="1828800"/>
                <a:gridCol w="1828800"/>
              </a:tblGrid>
              <a:tr h="3633525">
                <a:tc>
                  <a:txBody>
                    <a:bodyPr/>
                    <a:lstStyle/>
                    <a:p>
                      <a:pPr indent="0" lvl="0" marL="0" rtl="0" algn="l">
                        <a:lnSpc>
                          <a:spcPct val="115000"/>
                        </a:lnSpc>
                        <a:spcBef>
                          <a:spcPts val="0"/>
                        </a:spcBef>
                        <a:spcAft>
                          <a:spcPts val="0"/>
                        </a:spcAft>
                        <a:buNone/>
                      </a:pPr>
                      <a:r>
                        <a:rPr lang="en" sz="1250">
                          <a:solidFill>
                            <a:schemeClr val="dk1"/>
                          </a:solidFill>
                          <a:latin typeface="Assistant"/>
                          <a:ea typeface="Assistant"/>
                          <a:cs typeface="Assistant"/>
                          <a:sym typeface="Assistant"/>
                        </a:rPr>
                        <a:t>Funding from FQHCs, grants, and state/federal health agencies</a:t>
                      </a:r>
                      <a:endParaRPr sz="1250">
                        <a:solidFill>
                          <a:schemeClr val="dk1"/>
                        </a:solidFill>
                        <a:latin typeface="Assistant"/>
                        <a:ea typeface="Assistant"/>
                        <a:cs typeface="Assistant"/>
                        <a:sym typeface="Assistant"/>
                      </a:endParaRPr>
                    </a:p>
                    <a:p>
                      <a:pPr indent="0" lvl="0" marL="0" rtl="0" algn="l">
                        <a:lnSpc>
                          <a:spcPct val="115000"/>
                        </a:lnSpc>
                        <a:spcBef>
                          <a:spcPts val="0"/>
                        </a:spcBef>
                        <a:spcAft>
                          <a:spcPts val="0"/>
                        </a:spcAft>
                        <a:buNone/>
                      </a:pPr>
                      <a:r>
                        <a:t/>
                      </a:r>
                      <a:endParaRPr sz="1250">
                        <a:solidFill>
                          <a:schemeClr val="dk1"/>
                        </a:solidFill>
                        <a:latin typeface="Assistant"/>
                        <a:ea typeface="Assistant"/>
                        <a:cs typeface="Assistant"/>
                        <a:sym typeface="Assistant"/>
                      </a:endParaRPr>
                    </a:p>
                    <a:p>
                      <a:pPr indent="0" lvl="0" marL="0" rtl="0" algn="l">
                        <a:lnSpc>
                          <a:spcPct val="115000"/>
                        </a:lnSpc>
                        <a:spcBef>
                          <a:spcPts val="0"/>
                        </a:spcBef>
                        <a:spcAft>
                          <a:spcPts val="0"/>
                        </a:spcAft>
                        <a:buNone/>
                      </a:pPr>
                      <a:r>
                        <a:rPr lang="en" sz="1250">
                          <a:solidFill>
                            <a:schemeClr val="dk1"/>
                          </a:solidFill>
                          <a:latin typeface="Assistant"/>
                          <a:ea typeface="Assistant"/>
                          <a:cs typeface="Assistant"/>
                          <a:sym typeface="Assistant"/>
                        </a:rPr>
                        <a:t>Backpacks from Stealth Angel Survival © (~$20 each)</a:t>
                      </a:r>
                      <a:r>
                        <a:rPr baseline="30000" lang="en" sz="1250">
                          <a:solidFill>
                            <a:schemeClr val="dk1"/>
                          </a:solidFill>
                          <a:latin typeface="Assistant"/>
                          <a:ea typeface="Assistant"/>
                          <a:cs typeface="Assistant"/>
                          <a:sym typeface="Assistant"/>
                        </a:rPr>
                        <a:t>6</a:t>
                      </a:r>
                      <a:r>
                        <a:rPr lang="en" sz="1250">
                          <a:solidFill>
                            <a:schemeClr val="dk1"/>
                          </a:solidFill>
                          <a:latin typeface="Assistant"/>
                          <a:ea typeface="Assistant"/>
                          <a:cs typeface="Assistant"/>
                          <a:sym typeface="Assistant"/>
                        </a:rPr>
                        <a:t> </a:t>
                      </a:r>
                      <a:endParaRPr sz="1250">
                        <a:solidFill>
                          <a:schemeClr val="dk1"/>
                        </a:solidFill>
                        <a:latin typeface="Assistant"/>
                        <a:ea typeface="Assistant"/>
                        <a:cs typeface="Assistant"/>
                        <a:sym typeface="Assistant"/>
                      </a:endParaRPr>
                    </a:p>
                    <a:p>
                      <a:pPr indent="0" lvl="0" marL="0" rtl="0" algn="l">
                        <a:lnSpc>
                          <a:spcPct val="115000"/>
                        </a:lnSpc>
                        <a:spcBef>
                          <a:spcPts val="0"/>
                        </a:spcBef>
                        <a:spcAft>
                          <a:spcPts val="0"/>
                        </a:spcAft>
                        <a:buNone/>
                      </a:pPr>
                      <a:r>
                        <a:t/>
                      </a:r>
                      <a:endParaRPr sz="1250">
                        <a:solidFill>
                          <a:schemeClr val="dk1"/>
                        </a:solidFill>
                        <a:latin typeface="Assistant"/>
                        <a:ea typeface="Assistant"/>
                        <a:cs typeface="Assistant"/>
                        <a:sym typeface="Assistant"/>
                      </a:endParaRPr>
                    </a:p>
                    <a:p>
                      <a:pPr indent="0" lvl="0" marL="0" rtl="0" algn="l">
                        <a:lnSpc>
                          <a:spcPct val="115000"/>
                        </a:lnSpc>
                        <a:spcBef>
                          <a:spcPts val="0"/>
                        </a:spcBef>
                        <a:spcAft>
                          <a:spcPts val="0"/>
                        </a:spcAft>
                        <a:buNone/>
                      </a:pPr>
                      <a:r>
                        <a:rPr lang="en" sz="1250">
                          <a:solidFill>
                            <a:schemeClr val="dk1"/>
                          </a:solidFill>
                          <a:latin typeface="Assistant"/>
                          <a:ea typeface="Assistant"/>
                          <a:cs typeface="Assistant"/>
                          <a:sym typeface="Assistant"/>
                        </a:rPr>
                        <a:t>Community health workers/outreach staff</a:t>
                      </a:r>
                      <a:endParaRPr sz="1250">
                        <a:solidFill>
                          <a:schemeClr val="dk1"/>
                        </a:solidFill>
                        <a:latin typeface="Assistant"/>
                        <a:ea typeface="Assistant"/>
                        <a:cs typeface="Assistant"/>
                        <a:sym typeface="Assistant"/>
                      </a:endParaRPr>
                    </a:p>
                    <a:p>
                      <a:pPr indent="0" lvl="0" marL="0" rtl="0" algn="l">
                        <a:lnSpc>
                          <a:spcPct val="115000"/>
                        </a:lnSpc>
                        <a:spcBef>
                          <a:spcPts val="0"/>
                        </a:spcBef>
                        <a:spcAft>
                          <a:spcPts val="0"/>
                        </a:spcAft>
                        <a:buNone/>
                      </a:pPr>
                      <a:r>
                        <a:t/>
                      </a:r>
                      <a:endParaRPr sz="1250">
                        <a:solidFill>
                          <a:schemeClr val="dk1"/>
                        </a:solidFill>
                        <a:latin typeface="Assistant"/>
                        <a:ea typeface="Assistant"/>
                        <a:cs typeface="Assistant"/>
                        <a:sym typeface="Assistant"/>
                      </a:endParaRPr>
                    </a:p>
                    <a:p>
                      <a:pPr indent="0" lvl="0" marL="0" rtl="0" algn="l">
                        <a:lnSpc>
                          <a:spcPct val="115000"/>
                        </a:lnSpc>
                        <a:spcBef>
                          <a:spcPts val="0"/>
                        </a:spcBef>
                        <a:spcAft>
                          <a:spcPts val="0"/>
                        </a:spcAft>
                        <a:buNone/>
                      </a:pPr>
                      <a:r>
                        <a:rPr lang="en" sz="1250">
                          <a:solidFill>
                            <a:schemeClr val="dk1"/>
                          </a:solidFill>
                          <a:latin typeface="Assistant"/>
                          <a:ea typeface="Assistant"/>
                          <a:cs typeface="Assistant"/>
                          <a:sym typeface="Assistant"/>
                        </a:rPr>
                        <a:t>Educational materials on health illness prevention</a:t>
                      </a:r>
                      <a:endParaRPr sz="1250">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sz="1250">
                          <a:solidFill>
                            <a:schemeClr val="dk1"/>
                          </a:solidFill>
                          <a:latin typeface="Assistant"/>
                          <a:ea typeface="Assistant"/>
                          <a:cs typeface="Assistant"/>
                          <a:sym typeface="Assistant"/>
                        </a:rPr>
                        <a:t>Distribute hydration backpacks to farmworkers</a:t>
                      </a:r>
                      <a:endParaRPr sz="1250">
                        <a:solidFill>
                          <a:schemeClr val="dk1"/>
                        </a:solidFill>
                        <a:latin typeface="Assistant"/>
                        <a:ea typeface="Assistant"/>
                        <a:cs typeface="Assistant"/>
                        <a:sym typeface="Assistant"/>
                      </a:endParaRPr>
                    </a:p>
                    <a:p>
                      <a:pPr indent="0" lvl="0" marL="0" rtl="0" algn="l">
                        <a:lnSpc>
                          <a:spcPct val="115000"/>
                        </a:lnSpc>
                        <a:spcBef>
                          <a:spcPts val="0"/>
                        </a:spcBef>
                        <a:spcAft>
                          <a:spcPts val="0"/>
                        </a:spcAft>
                        <a:buNone/>
                      </a:pPr>
                      <a:r>
                        <a:t/>
                      </a:r>
                      <a:endParaRPr sz="1250">
                        <a:solidFill>
                          <a:schemeClr val="dk1"/>
                        </a:solidFill>
                        <a:latin typeface="Assistant"/>
                        <a:ea typeface="Assistant"/>
                        <a:cs typeface="Assistant"/>
                        <a:sym typeface="Assistant"/>
                      </a:endParaRPr>
                    </a:p>
                    <a:p>
                      <a:pPr indent="0" lvl="0" marL="0" rtl="0" algn="l">
                        <a:lnSpc>
                          <a:spcPct val="115000"/>
                        </a:lnSpc>
                        <a:spcBef>
                          <a:spcPts val="0"/>
                        </a:spcBef>
                        <a:spcAft>
                          <a:spcPts val="0"/>
                        </a:spcAft>
                        <a:buNone/>
                      </a:pPr>
                      <a:r>
                        <a:rPr lang="en" sz="1250">
                          <a:solidFill>
                            <a:schemeClr val="dk1"/>
                          </a:solidFill>
                          <a:latin typeface="Assistant"/>
                          <a:ea typeface="Assistant"/>
                          <a:cs typeface="Assistant"/>
                          <a:sym typeface="Assistant"/>
                        </a:rPr>
                        <a:t>Conduct training sessions on backpack use, hydration frequency, and sanitation for employers and workers</a:t>
                      </a:r>
                      <a:endParaRPr sz="1250">
                        <a:solidFill>
                          <a:schemeClr val="dk1"/>
                        </a:solidFill>
                        <a:latin typeface="Assistant"/>
                        <a:ea typeface="Assistant"/>
                        <a:cs typeface="Assistant"/>
                        <a:sym typeface="Assistant"/>
                      </a:endParaRPr>
                    </a:p>
                    <a:p>
                      <a:pPr indent="0" lvl="0" marL="0" rtl="0" algn="l">
                        <a:lnSpc>
                          <a:spcPct val="115000"/>
                        </a:lnSpc>
                        <a:spcBef>
                          <a:spcPts val="0"/>
                        </a:spcBef>
                        <a:spcAft>
                          <a:spcPts val="0"/>
                        </a:spcAft>
                        <a:buNone/>
                      </a:pPr>
                      <a:r>
                        <a:t/>
                      </a:r>
                      <a:endParaRPr sz="1250">
                        <a:solidFill>
                          <a:schemeClr val="dk1"/>
                        </a:solidFill>
                        <a:latin typeface="Assistant"/>
                        <a:ea typeface="Assistant"/>
                        <a:cs typeface="Assistant"/>
                        <a:sym typeface="Assistant"/>
                      </a:endParaRPr>
                    </a:p>
                    <a:p>
                      <a:pPr indent="0" lvl="0" marL="0" rtl="0" algn="l">
                        <a:lnSpc>
                          <a:spcPct val="115000"/>
                        </a:lnSpc>
                        <a:spcBef>
                          <a:spcPts val="0"/>
                        </a:spcBef>
                        <a:spcAft>
                          <a:spcPts val="0"/>
                        </a:spcAft>
                        <a:buNone/>
                      </a:pPr>
                      <a:r>
                        <a:rPr lang="en" sz="1250">
                          <a:solidFill>
                            <a:schemeClr val="dk1"/>
                          </a:solidFill>
                          <a:latin typeface="Assistant"/>
                          <a:ea typeface="Assistant"/>
                          <a:cs typeface="Assistant"/>
                          <a:sym typeface="Assistant"/>
                        </a:rPr>
                        <a:t>Administer baseline and follow-up surveys to monitor heat-illness symptoms</a:t>
                      </a:r>
                      <a:endParaRPr sz="1250">
                        <a:solidFill>
                          <a:schemeClr val="dk1"/>
                        </a:solidFill>
                        <a:latin typeface="Assistant"/>
                        <a:ea typeface="Assistant"/>
                        <a:cs typeface="Assistant"/>
                        <a:sym typeface="Assistant"/>
                      </a:endParaRPr>
                    </a:p>
                    <a:p>
                      <a:pPr indent="0" lvl="0" marL="0" rtl="0" algn="l">
                        <a:spcBef>
                          <a:spcPts val="0"/>
                        </a:spcBef>
                        <a:spcAft>
                          <a:spcPts val="0"/>
                        </a:spcAft>
                        <a:buNone/>
                      </a:pPr>
                      <a:r>
                        <a:t/>
                      </a:r>
                      <a:endParaRPr sz="1250">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50">
                          <a:solidFill>
                            <a:schemeClr val="dk1"/>
                          </a:solidFill>
                          <a:latin typeface="Assistant"/>
                          <a:ea typeface="Assistant"/>
                          <a:cs typeface="Assistant"/>
                          <a:sym typeface="Assistant"/>
                        </a:rPr>
                        <a:t>Number of backpacks distributed across worksites</a:t>
                      </a:r>
                      <a:endParaRPr sz="1250">
                        <a:solidFill>
                          <a:schemeClr val="dk1"/>
                        </a:solidFill>
                        <a:latin typeface="Assistant"/>
                        <a:ea typeface="Assistant"/>
                        <a:cs typeface="Assistant"/>
                        <a:sym typeface="Assistant"/>
                      </a:endParaRPr>
                    </a:p>
                    <a:p>
                      <a:pPr indent="0" lvl="0" marL="0" rtl="0" algn="l">
                        <a:spcBef>
                          <a:spcPts val="0"/>
                        </a:spcBef>
                        <a:spcAft>
                          <a:spcPts val="0"/>
                        </a:spcAft>
                        <a:buNone/>
                      </a:pPr>
                      <a:r>
                        <a:t/>
                      </a:r>
                      <a:endParaRPr sz="1250">
                        <a:solidFill>
                          <a:schemeClr val="dk1"/>
                        </a:solidFill>
                        <a:latin typeface="Assistant"/>
                        <a:ea typeface="Assistant"/>
                        <a:cs typeface="Assistant"/>
                        <a:sym typeface="Assistant"/>
                      </a:endParaRPr>
                    </a:p>
                    <a:p>
                      <a:pPr indent="0" lvl="0" marL="0" rtl="0" algn="l">
                        <a:spcBef>
                          <a:spcPts val="0"/>
                        </a:spcBef>
                        <a:spcAft>
                          <a:spcPts val="0"/>
                        </a:spcAft>
                        <a:buNone/>
                      </a:pPr>
                      <a:r>
                        <a:rPr lang="en" sz="1250">
                          <a:solidFill>
                            <a:schemeClr val="dk1"/>
                          </a:solidFill>
                          <a:latin typeface="Assistant"/>
                          <a:ea typeface="Assistant"/>
                          <a:cs typeface="Assistant"/>
                          <a:sym typeface="Assistant"/>
                        </a:rPr>
                        <a:t>Number of workers trained on backpack use</a:t>
                      </a:r>
                      <a:endParaRPr sz="1250">
                        <a:solidFill>
                          <a:schemeClr val="dk1"/>
                        </a:solidFill>
                        <a:latin typeface="Assistant"/>
                        <a:ea typeface="Assistant"/>
                        <a:cs typeface="Assistant"/>
                        <a:sym typeface="Assistant"/>
                      </a:endParaRPr>
                    </a:p>
                    <a:p>
                      <a:pPr indent="0" lvl="0" marL="0" rtl="0" algn="l">
                        <a:spcBef>
                          <a:spcPts val="0"/>
                        </a:spcBef>
                        <a:spcAft>
                          <a:spcPts val="0"/>
                        </a:spcAft>
                        <a:buNone/>
                      </a:pPr>
                      <a:r>
                        <a:t/>
                      </a:r>
                      <a:endParaRPr sz="1250">
                        <a:solidFill>
                          <a:schemeClr val="dk1"/>
                        </a:solidFill>
                        <a:latin typeface="Assistant"/>
                        <a:ea typeface="Assistant"/>
                        <a:cs typeface="Assistant"/>
                        <a:sym typeface="Assistant"/>
                      </a:endParaRPr>
                    </a:p>
                    <a:p>
                      <a:pPr indent="0" lvl="0" marL="0" rtl="0" algn="l">
                        <a:spcBef>
                          <a:spcPts val="0"/>
                        </a:spcBef>
                        <a:spcAft>
                          <a:spcPts val="0"/>
                        </a:spcAft>
                        <a:buNone/>
                      </a:pPr>
                      <a:r>
                        <a:rPr lang="en" sz="1250">
                          <a:solidFill>
                            <a:schemeClr val="dk1"/>
                          </a:solidFill>
                          <a:latin typeface="Assistant"/>
                          <a:ea typeface="Assistant"/>
                          <a:cs typeface="Assistant"/>
                          <a:sym typeface="Assistant"/>
                        </a:rPr>
                        <a:t>Number of employer sites engaged and compliant</a:t>
                      </a:r>
                      <a:endParaRPr sz="1250">
                        <a:solidFill>
                          <a:schemeClr val="dk1"/>
                        </a:solidFill>
                        <a:latin typeface="Assistant"/>
                        <a:ea typeface="Assistant"/>
                        <a:cs typeface="Assistant"/>
                        <a:sym typeface="Assistant"/>
                      </a:endParaRPr>
                    </a:p>
                    <a:p>
                      <a:pPr indent="0" lvl="0" marL="0" rtl="0" algn="l">
                        <a:spcBef>
                          <a:spcPts val="0"/>
                        </a:spcBef>
                        <a:spcAft>
                          <a:spcPts val="0"/>
                        </a:spcAft>
                        <a:buNone/>
                      </a:pPr>
                      <a:r>
                        <a:t/>
                      </a:r>
                      <a:endParaRPr sz="1250">
                        <a:solidFill>
                          <a:schemeClr val="dk1"/>
                        </a:solidFill>
                        <a:latin typeface="Assistant"/>
                        <a:ea typeface="Assistant"/>
                        <a:cs typeface="Assistant"/>
                        <a:sym typeface="Assistant"/>
                      </a:endParaRPr>
                    </a:p>
                    <a:p>
                      <a:pPr indent="0" lvl="0" marL="0" rtl="0" algn="l">
                        <a:spcBef>
                          <a:spcPts val="0"/>
                        </a:spcBef>
                        <a:spcAft>
                          <a:spcPts val="0"/>
                        </a:spcAft>
                        <a:buNone/>
                      </a:pPr>
                      <a:r>
                        <a:rPr lang="en" sz="1250">
                          <a:solidFill>
                            <a:schemeClr val="dk1"/>
                          </a:solidFill>
                          <a:latin typeface="Assistant"/>
                          <a:ea typeface="Assistant"/>
                          <a:cs typeface="Assistant"/>
                          <a:sym typeface="Assistant"/>
                        </a:rPr>
                        <a:t>Survey data collected on water intake and symptom reporting</a:t>
                      </a:r>
                      <a:endParaRPr sz="1250">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50">
                          <a:solidFill>
                            <a:schemeClr val="dk1"/>
                          </a:solidFill>
                          <a:latin typeface="Assistant"/>
                          <a:ea typeface="Assistant"/>
                          <a:cs typeface="Assistant"/>
                          <a:sym typeface="Assistant"/>
                        </a:rPr>
                        <a:t>Increased</a:t>
                      </a:r>
                      <a:r>
                        <a:rPr lang="en" sz="1250">
                          <a:solidFill>
                            <a:schemeClr val="dk1"/>
                          </a:solidFill>
                          <a:latin typeface="Assistant"/>
                          <a:ea typeface="Assistant"/>
                          <a:cs typeface="Assistant"/>
                          <a:sym typeface="Assistant"/>
                        </a:rPr>
                        <a:t> daily water consumption (92% increase in original study)</a:t>
                      </a:r>
                      <a:r>
                        <a:rPr baseline="30000" lang="en" sz="1250">
                          <a:solidFill>
                            <a:schemeClr val="dk1"/>
                          </a:solidFill>
                          <a:latin typeface="Assistant"/>
                          <a:ea typeface="Assistant"/>
                          <a:cs typeface="Assistant"/>
                          <a:sym typeface="Assistant"/>
                        </a:rPr>
                        <a:t>6</a:t>
                      </a:r>
                      <a:r>
                        <a:rPr lang="en" sz="1250">
                          <a:solidFill>
                            <a:schemeClr val="dk1"/>
                          </a:solidFill>
                          <a:latin typeface="Assistant"/>
                          <a:ea typeface="Assistant"/>
                          <a:cs typeface="Assistant"/>
                          <a:sym typeface="Assistant"/>
                        </a:rPr>
                        <a:t> </a:t>
                      </a:r>
                      <a:endParaRPr sz="1250">
                        <a:solidFill>
                          <a:schemeClr val="dk1"/>
                        </a:solidFill>
                        <a:latin typeface="Assistant"/>
                        <a:ea typeface="Assistant"/>
                        <a:cs typeface="Assistant"/>
                        <a:sym typeface="Assistant"/>
                      </a:endParaRPr>
                    </a:p>
                    <a:p>
                      <a:pPr indent="0" lvl="0" marL="0" rtl="0" algn="l">
                        <a:spcBef>
                          <a:spcPts val="0"/>
                        </a:spcBef>
                        <a:spcAft>
                          <a:spcPts val="0"/>
                        </a:spcAft>
                        <a:buNone/>
                      </a:pPr>
                      <a:r>
                        <a:t/>
                      </a:r>
                      <a:endParaRPr sz="1250">
                        <a:solidFill>
                          <a:schemeClr val="dk1"/>
                        </a:solidFill>
                        <a:latin typeface="Assistant"/>
                        <a:ea typeface="Assistant"/>
                        <a:cs typeface="Assistant"/>
                        <a:sym typeface="Assistant"/>
                      </a:endParaRPr>
                    </a:p>
                    <a:p>
                      <a:pPr indent="0" lvl="0" marL="0" rtl="0" algn="l">
                        <a:spcBef>
                          <a:spcPts val="0"/>
                        </a:spcBef>
                        <a:spcAft>
                          <a:spcPts val="0"/>
                        </a:spcAft>
                        <a:buNone/>
                      </a:pPr>
                      <a:r>
                        <a:rPr lang="en" sz="1250">
                          <a:solidFill>
                            <a:schemeClr val="dk1"/>
                          </a:solidFill>
                          <a:latin typeface="Assistant"/>
                          <a:ea typeface="Assistant"/>
                          <a:cs typeface="Assistant"/>
                          <a:sym typeface="Assistant"/>
                        </a:rPr>
                        <a:t>Higher frequency of water intake during shifts </a:t>
                      </a:r>
                      <a:endParaRPr sz="1250">
                        <a:solidFill>
                          <a:schemeClr val="dk1"/>
                        </a:solidFill>
                        <a:latin typeface="Assistant"/>
                        <a:ea typeface="Assistant"/>
                        <a:cs typeface="Assistant"/>
                        <a:sym typeface="Assistant"/>
                      </a:endParaRPr>
                    </a:p>
                    <a:p>
                      <a:pPr indent="0" lvl="0" marL="0" rtl="0" algn="l">
                        <a:spcBef>
                          <a:spcPts val="0"/>
                        </a:spcBef>
                        <a:spcAft>
                          <a:spcPts val="0"/>
                        </a:spcAft>
                        <a:buNone/>
                      </a:pPr>
                      <a:r>
                        <a:t/>
                      </a:r>
                      <a:endParaRPr sz="1250">
                        <a:solidFill>
                          <a:schemeClr val="dk1"/>
                        </a:solidFill>
                        <a:latin typeface="Assistant"/>
                        <a:ea typeface="Assistant"/>
                        <a:cs typeface="Assistant"/>
                        <a:sym typeface="Assistant"/>
                      </a:endParaRPr>
                    </a:p>
                    <a:p>
                      <a:pPr indent="0" lvl="0" marL="0" rtl="0" algn="l">
                        <a:spcBef>
                          <a:spcPts val="0"/>
                        </a:spcBef>
                        <a:spcAft>
                          <a:spcPts val="0"/>
                        </a:spcAft>
                        <a:buNone/>
                      </a:pPr>
                      <a:r>
                        <a:rPr lang="en" sz="1250">
                          <a:solidFill>
                            <a:schemeClr val="dk1"/>
                          </a:solidFill>
                          <a:latin typeface="Assistant"/>
                          <a:ea typeface="Assistant"/>
                          <a:cs typeface="Assistant"/>
                          <a:sym typeface="Assistant"/>
                        </a:rPr>
                        <a:t>Reduced heat illness symptoms such as excessive thirst, sweating, and fatigue</a:t>
                      </a:r>
                      <a:endParaRPr sz="1250">
                        <a:solidFill>
                          <a:schemeClr val="dk1"/>
                        </a:solidFill>
                        <a:latin typeface="Assistant"/>
                        <a:ea typeface="Assistant"/>
                        <a:cs typeface="Assistant"/>
                        <a:sym typeface="Assistant"/>
                      </a:endParaRPr>
                    </a:p>
                    <a:p>
                      <a:pPr indent="0" lvl="0" marL="0" rtl="0" algn="l">
                        <a:spcBef>
                          <a:spcPts val="0"/>
                        </a:spcBef>
                        <a:spcAft>
                          <a:spcPts val="0"/>
                        </a:spcAft>
                        <a:buNone/>
                      </a:pPr>
                      <a:r>
                        <a:t/>
                      </a:r>
                      <a:endParaRPr sz="1250">
                        <a:solidFill>
                          <a:schemeClr val="dk1"/>
                        </a:solidFill>
                        <a:latin typeface="Assistant"/>
                        <a:ea typeface="Assistant"/>
                        <a:cs typeface="Assistant"/>
                        <a:sym typeface="Assistant"/>
                      </a:endParaRPr>
                    </a:p>
                    <a:p>
                      <a:pPr indent="0" lvl="0" marL="0" rtl="0" algn="l">
                        <a:spcBef>
                          <a:spcPts val="0"/>
                        </a:spcBef>
                        <a:spcAft>
                          <a:spcPts val="0"/>
                        </a:spcAft>
                        <a:buNone/>
                      </a:pPr>
                      <a:r>
                        <a:rPr lang="en" sz="1250">
                          <a:solidFill>
                            <a:schemeClr val="dk1"/>
                          </a:solidFill>
                          <a:latin typeface="Assistant"/>
                          <a:ea typeface="Assistant"/>
                          <a:cs typeface="Assistant"/>
                          <a:sym typeface="Assistant"/>
                        </a:rPr>
                        <a:t>Improved worker awareness of sun-safety and HRI prevention behaviors</a:t>
                      </a:r>
                      <a:endParaRPr sz="1250">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50">
                          <a:solidFill>
                            <a:schemeClr val="dk1"/>
                          </a:solidFill>
                          <a:latin typeface="Assistant"/>
                          <a:ea typeface="Assistant"/>
                          <a:cs typeface="Assistant"/>
                          <a:sym typeface="Assistant"/>
                        </a:rPr>
                        <a:t>Reduction in incidence of heat-related illnesses among rural Southern farmworkers</a:t>
                      </a:r>
                      <a:endParaRPr sz="1250">
                        <a:solidFill>
                          <a:schemeClr val="dk1"/>
                        </a:solidFill>
                        <a:latin typeface="Assistant"/>
                        <a:ea typeface="Assistant"/>
                        <a:cs typeface="Assistant"/>
                        <a:sym typeface="Assistant"/>
                      </a:endParaRPr>
                    </a:p>
                    <a:p>
                      <a:pPr indent="0" lvl="0" marL="0" rtl="0" algn="l">
                        <a:spcBef>
                          <a:spcPts val="0"/>
                        </a:spcBef>
                        <a:spcAft>
                          <a:spcPts val="0"/>
                        </a:spcAft>
                        <a:buNone/>
                      </a:pPr>
                      <a:r>
                        <a:t/>
                      </a:r>
                      <a:endParaRPr sz="1250">
                        <a:solidFill>
                          <a:schemeClr val="dk1"/>
                        </a:solidFill>
                        <a:latin typeface="Assistant"/>
                        <a:ea typeface="Assistant"/>
                        <a:cs typeface="Assistant"/>
                        <a:sym typeface="Assistant"/>
                      </a:endParaRPr>
                    </a:p>
                    <a:p>
                      <a:pPr indent="0" lvl="0" marL="0" rtl="0" algn="l">
                        <a:spcBef>
                          <a:spcPts val="0"/>
                        </a:spcBef>
                        <a:spcAft>
                          <a:spcPts val="0"/>
                        </a:spcAft>
                        <a:buNone/>
                      </a:pPr>
                      <a:r>
                        <a:rPr lang="en" sz="1250">
                          <a:solidFill>
                            <a:schemeClr val="dk1"/>
                          </a:solidFill>
                          <a:latin typeface="Assistant"/>
                          <a:ea typeface="Assistant"/>
                          <a:cs typeface="Assistant"/>
                          <a:sym typeface="Assistant"/>
                        </a:rPr>
                        <a:t>Decreased fatalities due to dehydration across agricultural season</a:t>
                      </a:r>
                      <a:endParaRPr sz="1250">
                        <a:solidFill>
                          <a:schemeClr val="dk1"/>
                        </a:solidFill>
                        <a:latin typeface="Assistant"/>
                        <a:ea typeface="Assistant"/>
                        <a:cs typeface="Assistant"/>
                        <a:sym typeface="Assistant"/>
                      </a:endParaRPr>
                    </a:p>
                    <a:p>
                      <a:pPr indent="0" lvl="0" marL="0" rtl="0" algn="l">
                        <a:spcBef>
                          <a:spcPts val="0"/>
                        </a:spcBef>
                        <a:spcAft>
                          <a:spcPts val="0"/>
                        </a:spcAft>
                        <a:buNone/>
                      </a:pPr>
                      <a:r>
                        <a:t/>
                      </a:r>
                      <a:endParaRPr sz="1250">
                        <a:solidFill>
                          <a:schemeClr val="dk1"/>
                        </a:solidFill>
                        <a:latin typeface="Assistant"/>
                        <a:ea typeface="Assistant"/>
                        <a:cs typeface="Assistant"/>
                        <a:sym typeface="Assistant"/>
                      </a:endParaRPr>
                    </a:p>
                    <a:p>
                      <a:pPr indent="0" lvl="0" marL="0" rtl="0" algn="l">
                        <a:spcBef>
                          <a:spcPts val="0"/>
                        </a:spcBef>
                        <a:spcAft>
                          <a:spcPts val="0"/>
                        </a:spcAft>
                        <a:buNone/>
                      </a:pPr>
                      <a:r>
                        <a:rPr lang="en" sz="1250">
                          <a:solidFill>
                            <a:schemeClr val="dk1"/>
                          </a:solidFill>
                          <a:latin typeface="Assistant"/>
                          <a:ea typeface="Assistant"/>
                          <a:cs typeface="Assistant"/>
                          <a:sym typeface="Assistant"/>
                        </a:rPr>
                        <a:t>Stronger employer and FQHC infrastructure for ongoing heat illness prevention</a:t>
                      </a:r>
                      <a:endParaRPr sz="1250">
                        <a:solidFill>
                          <a:schemeClr val="dk1"/>
                        </a:solidFill>
                        <a:latin typeface="Assistant"/>
                        <a:ea typeface="Assistant"/>
                        <a:cs typeface="Assistant"/>
                        <a:sym typeface="Assistan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590" name="Google Shape;590;p40"/>
          <p:cNvSpPr/>
          <p:nvPr/>
        </p:nvSpPr>
        <p:spPr>
          <a:xfrm>
            <a:off x="7171787" y="852150"/>
            <a:ext cx="2000400" cy="493200"/>
          </a:xfrm>
          <a:prstGeom prst="chevron">
            <a:avLst>
              <a:gd fmla="val 50000"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FFFFFF"/>
                </a:solidFill>
                <a:latin typeface="Roboto"/>
                <a:ea typeface="Roboto"/>
                <a:cs typeface="Roboto"/>
                <a:sym typeface="Roboto"/>
              </a:rPr>
              <a:t>Long</a:t>
            </a:r>
            <a:r>
              <a:rPr lang="en">
                <a:solidFill>
                  <a:srgbClr val="FFFFFF"/>
                </a:solidFill>
                <a:latin typeface="Roboto"/>
                <a:ea typeface="Roboto"/>
                <a:cs typeface="Roboto"/>
                <a:sym typeface="Roboto"/>
              </a:rPr>
              <a:t> Term Outcomes</a:t>
            </a:r>
            <a:endParaRPr>
              <a:solidFill>
                <a:srgbClr val="FFFFFF"/>
              </a:solidFill>
              <a:latin typeface="Roboto"/>
              <a:ea typeface="Roboto"/>
              <a:cs typeface="Roboto"/>
              <a:sym typeface="Roboto"/>
            </a:endParaRPr>
          </a:p>
        </p:txBody>
      </p:sp>
      <p:pic>
        <p:nvPicPr>
          <p:cNvPr id="591" name="Google Shape;591;p40"/>
          <p:cNvPicPr preferRelativeResize="0"/>
          <p:nvPr/>
        </p:nvPicPr>
        <p:blipFill>
          <a:blip r:embed="rId3">
            <a:alphaModFix/>
          </a:blip>
          <a:stretch>
            <a:fillRect/>
          </a:stretch>
        </p:blipFill>
        <p:spPr>
          <a:xfrm>
            <a:off x="8104075" y="4207125"/>
            <a:ext cx="800100" cy="685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41"/>
          <p:cNvSpPr txBox="1"/>
          <p:nvPr>
            <p:ph type="title"/>
          </p:nvPr>
        </p:nvSpPr>
        <p:spPr>
          <a:xfrm>
            <a:off x="1768550" y="1632750"/>
            <a:ext cx="5607000" cy="187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2000">
                <a:highlight>
                  <a:srgbClr val="FFFFFF"/>
                </a:highlight>
                <a:latin typeface="Arial"/>
                <a:ea typeface="Arial"/>
                <a:cs typeface="Arial"/>
                <a:sym typeface="Arial"/>
              </a:rPr>
              <a:t>Heat Related Illnesses are a preventable outcome of the lack of </a:t>
            </a:r>
            <a:r>
              <a:rPr lang="en" sz="2000">
                <a:highlight>
                  <a:srgbClr val="FFFFFF"/>
                </a:highlight>
                <a:latin typeface="Arial"/>
                <a:ea typeface="Arial"/>
                <a:cs typeface="Arial"/>
                <a:sym typeface="Arial"/>
              </a:rPr>
              <a:t>infrastructure</a:t>
            </a:r>
            <a:r>
              <a:rPr lang="en" sz="2000">
                <a:highlight>
                  <a:srgbClr val="FFFFFF"/>
                </a:highlight>
                <a:latin typeface="Arial"/>
                <a:ea typeface="Arial"/>
                <a:cs typeface="Arial"/>
                <a:sym typeface="Arial"/>
              </a:rPr>
              <a:t> to support a healthy working environment among Southern Farmers and Hydration Backpack Systems directly reduce this risk</a:t>
            </a:r>
            <a:endParaRPr sz="2000"/>
          </a:p>
        </p:txBody>
      </p:sp>
      <p:grpSp>
        <p:nvGrpSpPr>
          <p:cNvPr id="597" name="Google Shape;597;p41"/>
          <p:cNvGrpSpPr/>
          <p:nvPr/>
        </p:nvGrpSpPr>
        <p:grpSpPr>
          <a:xfrm>
            <a:off x="449476" y="1987301"/>
            <a:ext cx="735438" cy="735438"/>
            <a:chOff x="449476" y="1987301"/>
            <a:chExt cx="735438" cy="735438"/>
          </a:xfrm>
        </p:grpSpPr>
        <p:sp>
          <p:nvSpPr>
            <p:cNvPr id="598" name="Google Shape;598;p41"/>
            <p:cNvSpPr/>
            <p:nvPr/>
          </p:nvSpPr>
          <p:spPr>
            <a:xfrm>
              <a:off x="449476" y="1987301"/>
              <a:ext cx="735438" cy="735438"/>
            </a:xfrm>
            <a:custGeom>
              <a:rect b="b" l="l" r="r" t="t"/>
              <a:pathLst>
                <a:path extrusionOk="0" h="16929" w="16929">
                  <a:moveTo>
                    <a:pt x="8464" y="0"/>
                  </a:moveTo>
                  <a:cubicBezTo>
                    <a:pt x="3796" y="0"/>
                    <a:pt x="0" y="3796"/>
                    <a:pt x="0" y="8464"/>
                  </a:cubicBezTo>
                  <a:cubicBezTo>
                    <a:pt x="0" y="13133"/>
                    <a:pt x="3796" y="16928"/>
                    <a:pt x="8464" y="16928"/>
                  </a:cubicBezTo>
                  <a:cubicBezTo>
                    <a:pt x="13133" y="16928"/>
                    <a:pt x="16929" y="13133"/>
                    <a:pt x="16929" y="8464"/>
                  </a:cubicBezTo>
                  <a:cubicBezTo>
                    <a:pt x="16929" y="3796"/>
                    <a:pt x="13133" y="0"/>
                    <a:pt x="84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41"/>
            <p:cNvSpPr/>
            <p:nvPr/>
          </p:nvSpPr>
          <p:spPr>
            <a:xfrm>
              <a:off x="603790" y="2140702"/>
              <a:ext cx="426823" cy="428604"/>
            </a:xfrm>
            <a:custGeom>
              <a:rect b="b" l="l" r="r" t="t"/>
              <a:pathLst>
                <a:path extrusionOk="0" h="9866" w="9825">
                  <a:moveTo>
                    <a:pt x="4202" y="1"/>
                  </a:moveTo>
                  <a:cubicBezTo>
                    <a:pt x="3593" y="1"/>
                    <a:pt x="3289" y="285"/>
                    <a:pt x="3289" y="914"/>
                  </a:cubicBezTo>
                  <a:cubicBezTo>
                    <a:pt x="3289" y="1625"/>
                    <a:pt x="3289" y="2355"/>
                    <a:pt x="3289" y="3086"/>
                  </a:cubicBezTo>
                  <a:lnTo>
                    <a:pt x="3289" y="3289"/>
                  </a:lnTo>
                  <a:lnTo>
                    <a:pt x="873" y="3289"/>
                  </a:lnTo>
                  <a:cubicBezTo>
                    <a:pt x="305" y="3289"/>
                    <a:pt x="0" y="3594"/>
                    <a:pt x="0" y="4162"/>
                  </a:cubicBezTo>
                  <a:cubicBezTo>
                    <a:pt x="0" y="4669"/>
                    <a:pt x="0" y="5197"/>
                    <a:pt x="0" y="5705"/>
                  </a:cubicBezTo>
                  <a:cubicBezTo>
                    <a:pt x="0" y="5806"/>
                    <a:pt x="0" y="5908"/>
                    <a:pt x="21" y="6009"/>
                  </a:cubicBezTo>
                  <a:cubicBezTo>
                    <a:pt x="122" y="6374"/>
                    <a:pt x="427" y="6577"/>
                    <a:pt x="833" y="6577"/>
                  </a:cubicBezTo>
                  <a:lnTo>
                    <a:pt x="3289" y="6577"/>
                  </a:lnTo>
                  <a:lnTo>
                    <a:pt x="3289" y="6780"/>
                  </a:lnTo>
                  <a:cubicBezTo>
                    <a:pt x="3289" y="7531"/>
                    <a:pt x="3289" y="8262"/>
                    <a:pt x="3289" y="9013"/>
                  </a:cubicBezTo>
                  <a:cubicBezTo>
                    <a:pt x="3289" y="9561"/>
                    <a:pt x="3613" y="9866"/>
                    <a:pt x="4161" y="9866"/>
                  </a:cubicBezTo>
                  <a:lnTo>
                    <a:pt x="5684" y="9866"/>
                  </a:lnTo>
                  <a:cubicBezTo>
                    <a:pt x="6211" y="9866"/>
                    <a:pt x="6536" y="9561"/>
                    <a:pt x="6536" y="9013"/>
                  </a:cubicBezTo>
                  <a:cubicBezTo>
                    <a:pt x="6536" y="8262"/>
                    <a:pt x="6536" y="7511"/>
                    <a:pt x="6536" y="6760"/>
                  </a:cubicBezTo>
                  <a:lnTo>
                    <a:pt x="6536" y="6577"/>
                  </a:lnTo>
                  <a:lnTo>
                    <a:pt x="8952" y="6577"/>
                  </a:lnTo>
                  <a:cubicBezTo>
                    <a:pt x="9520" y="6577"/>
                    <a:pt x="9824" y="6273"/>
                    <a:pt x="9824" y="5705"/>
                  </a:cubicBezTo>
                  <a:cubicBezTo>
                    <a:pt x="9824" y="5197"/>
                    <a:pt x="9824" y="4669"/>
                    <a:pt x="9824" y="4162"/>
                  </a:cubicBezTo>
                  <a:cubicBezTo>
                    <a:pt x="9824" y="3594"/>
                    <a:pt x="9520" y="3289"/>
                    <a:pt x="8952" y="3289"/>
                  </a:cubicBezTo>
                  <a:lnTo>
                    <a:pt x="6536" y="3289"/>
                  </a:lnTo>
                  <a:lnTo>
                    <a:pt x="6536" y="3106"/>
                  </a:lnTo>
                  <a:cubicBezTo>
                    <a:pt x="6536" y="2355"/>
                    <a:pt x="6536" y="1604"/>
                    <a:pt x="6536" y="853"/>
                  </a:cubicBezTo>
                  <a:cubicBezTo>
                    <a:pt x="6536" y="305"/>
                    <a:pt x="6211" y="1"/>
                    <a:pt x="568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0" name="Google Shape;600;p41"/>
          <p:cNvGrpSpPr/>
          <p:nvPr/>
        </p:nvGrpSpPr>
        <p:grpSpPr>
          <a:xfrm>
            <a:off x="824788" y="4293963"/>
            <a:ext cx="1130625" cy="114700"/>
            <a:chOff x="3233525" y="2786700"/>
            <a:chExt cx="1130625" cy="114700"/>
          </a:xfrm>
        </p:grpSpPr>
        <p:sp>
          <p:nvSpPr>
            <p:cNvPr id="601" name="Google Shape;601;p41"/>
            <p:cNvSpPr/>
            <p:nvPr/>
          </p:nvSpPr>
          <p:spPr>
            <a:xfrm>
              <a:off x="3233525" y="2786700"/>
              <a:ext cx="114725" cy="114700"/>
            </a:xfrm>
            <a:custGeom>
              <a:rect b="b" l="l" r="r" t="t"/>
              <a:pathLst>
                <a:path extrusionOk="0" h="4588" w="4589">
                  <a:moveTo>
                    <a:pt x="2295" y="0"/>
                  </a:moveTo>
                  <a:cubicBezTo>
                    <a:pt x="1036" y="0"/>
                    <a:pt x="1" y="1015"/>
                    <a:pt x="1" y="2294"/>
                  </a:cubicBezTo>
                  <a:cubicBezTo>
                    <a:pt x="1" y="3553"/>
                    <a:pt x="1036" y="4588"/>
                    <a:pt x="2295" y="4588"/>
                  </a:cubicBezTo>
                  <a:cubicBezTo>
                    <a:pt x="3573" y="4588"/>
                    <a:pt x="4588" y="3553"/>
                    <a:pt x="4588" y="2294"/>
                  </a:cubicBezTo>
                  <a:cubicBezTo>
                    <a:pt x="4588" y="1015"/>
                    <a:pt x="3573" y="0"/>
                    <a:pt x="2295"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41"/>
            <p:cNvSpPr/>
            <p:nvPr/>
          </p:nvSpPr>
          <p:spPr>
            <a:xfrm>
              <a:off x="3487775" y="2786700"/>
              <a:ext cx="114700" cy="114700"/>
            </a:xfrm>
            <a:custGeom>
              <a:rect b="b" l="l" r="r" t="t"/>
              <a:pathLst>
                <a:path extrusionOk="0" h="4588" w="4588">
                  <a:moveTo>
                    <a:pt x="2294" y="0"/>
                  </a:moveTo>
                  <a:cubicBezTo>
                    <a:pt x="1015" y="0"/>
                    <a:pt x="0" y="1015"/>
                    <a:pt x="0" y="2294"/>
                  </a:cubicBezTo>
                  <a:cubicBezTo>
                    <a:pt x="0" y="3553"/>
                    <a:pt x="1015" y="4588"/>
                    <a:pt x="2294" y="4588"/>
                  </a:cubicBezTo>
                  <a:cubicBezTo>
                    <a:pt x="3552" y="4588"/>
                    <a:pt x="4587" y="3553"/>
                    <a:pt x="4587" y="2294"/>
                  </a:cubicBezTo>
                  <a:cubicBezTo>
                    <a:pt x="4587" y="1015"/>
                    <a:pt x="3552"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41"/>
            <p:cNvSpPr/>
            <p:nvPr/>
          </p:nvSpPr>
          <p:spPr>
            <a:xfrm>
              <a:off x="3741475" y="2786700"/>
              <a:ext cx="114725" cy="114700"/>
            </a:xfrm>
            <a:custGeom>
              <a:rect b="b" l="l" r="r" t="t"/>
              <a:pathLst>
                <a:path extrusionOk="0" h="4588" w="4589">
                  <a:moveTo>
                    <a:pt x="2294" y="0"/>
                  </a:moveTo>
                  <a:cubicBezTo>
                    <a:pt x="1036" y="0"/>
                    <a:pt x="1" y="1015"/>
                    <a:pt x="1" y="2294"/>
                  </a:cubicBezTo>
                  <a:cubicBezTo>
                    <a:pt x="1" y="3553"/>
                    <a:pt x="1036" y="4588"/>
                    <a:pt x="2294" y="4588"/>
                  </a:cubicBezTo>
                  <a:cubicBezTo>
                    <a:pt x="3553" y="4588"/>
                    <a:pt x="4588" y="3553"/>
                    <a:pt x="4588" y="2294"/>
                  </a:cubicBezTo>
                  <a:cubicBezTo>
                    <a:pt x="4588" y="1015"/>
                    <a:pt x="3553"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1"/>
            <p:cNvSpPr/>
            <p:nvPr/>
          </p:nvSpPr>
          <p:spPr>
            <a:xfrm>
              <a:off x="3995700" y="2786700"/>
              <a:ext cx="114200" cy="114700"/>
            </a:xfrm>
            <a:custGeom>
              <a:rect b="b" l="l" r="r" t="t"/>
              <a:pathLst>
                <a:path extrusionOk="0" h="4588" w="4568">
                  <a:moveTo>
                    <a:pt x="2274" y="0"/>
                  </a:moveTo>
                  <a:cubicBezTo>
                    <a:pt x="1016" y="0"/>
                    <a:pt x="1" y="1015"/>
                    <a:pt x="1" y="2294"/>
                  </a:cubicBezTo>
                  <a:cubicBezTo>
                    <a:pt x="1" y="3553"/>
                    <a:pt x="1016" y="4588"/>
                    <a:pt x="2274" y="4588"/>
                  </a:cubicBezTo>
                  <a:cubicBezTo>
                    <a:pt x="3553" y="4588"/>
                    <a:pt x="4568" y="3553"/>
                    <a:pt x="4568" y="2294"/>
                  </a:cubicBezTo>
                  <a:cubicBezTo>
                    <a:pt x="4568" y="1015"/>
                    <a:pt x="3553" y="0"/>
                    <a:pt x="227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41"/>
            <p:cNvSpPr/>
            <p:nvPr/>
          </p:nvSpPr>
          <p:spPr>
            <a:xfrm>
              <a:off x="4249425" y="2786700"/>
              <a:ext cx="114725" cy="114700"/>
            </a:xfrm>
            <a:custGeom>
              <a:rect b="b" l="l" r="r" t="t"/>
              <a:pathLst>
                <a:path extrusionOk="0" h="4588" w="4589">
                  <a:moveTo>
                    <a:pt x="2294" y="0"/>
                  </a:moveTo>
                  <a:cubicBezTo>
                    <a:pt x="1016" y="0"/>
                    <a:pt x="1" y="1015"/>
                    <a:pt x="1" y="2294"/>
                  </a:cubicBezTo>
                  <a:cubicBezTo>
                    <a:pt x="1" y="3553"/>
                    <a:pt x="1016" y="4588"/>
                    <a:pt x="2294" y="4588"/>
                  </a:cubicBezTo>
                  <a:cubicBezTo>
                    <a:pt x="3553" y="4588"/>
                    <a:pt x="4588" y="3553"/>
                    <a:pt x="4588" y="2294"/>
                  </a:cubicBezTo>
                  <a:cubicBezTo>
                    <a:pt x="4588" y="1015"/>
                    <a:pt x="3553" y="0"/>
                    <a:pt x="229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6" name="Google Shape;606;p41"/>
          <p:cNvSpPr/>
          <p:nvPr/>
        </p:nvSpPr>
        <p:spPr>
          <a:xfrm>
            <a:off x="1184920" y="447963"/>
            <a:ext cx="735459" cy="739035"/>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41"/>
          <p:cNvSpPr/>
          <p:nvPr/>
        </p:nvSpPr>
        <p:spPr>
          <a:xfrm>
            <a:off x="6988525" y="3520150"/>
            <a:ext cx="1235650" cy="1241450"/>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42"/>
          <p:cNvSpPr/>
          <p:nvPr/>
        </p:nvSpPr>
        <p:spPr>
          <a:xfrm>
            <a:off x="8424000" y="4387225"/>
            <a:ext cx="462900" cy="504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ssistant Medium"/>
              <a:ea typeface="Assistant Medium"/>
              <a:cs typeface="Assistant Medium"/>
              <a:sym typeface="Assistant Medium"/>
            </a:endParaRPr>
          </a:p>
        </p:txBody>
      </p:sp>
      <p:sp>
        <p:nvSpPr>
          <p:cNvPr id="613" name="Google Shape;613;p42"/>
          <p:cNvSpPr txBox="1"/>
          <p:nvPr/>
        </p:nvSpPr>
        <p:spPr>
          <a:xfrm>
            <a:off x="434425" y="1017725"/>
            <a:ext cx="8285400" cy="3952500"/>
          </a:xfrm>
          <a:prstGeom prst="rect">
            <a:avLst/>
          </a:prstGeom>
          <a:noFill/>
          <a:ln>
            <a:noFill/>
          </a:ln>
        </p:spPr>
        <p:txBody>
          <a:bodyPr anchorCtr="0" anchor="t" bIns="91425" lIns="91425" spcFirstLastPara="1" rIns="91425" wrap="square" tIns="91425">
            <a:noAutofit/>
          </a:bodyPr>
          <a:lstStyle/>
          <a:p>
            <a:pPr indent="-137160" lvl="0" marL="137160" rtl="0" algn="l">
              <a:lnSpc>
                <a:spcPct val="115000"/>
              </a:lnSpc>
              <a:spcBef>
                <a:spcPts val="0"/>
              </a:spcBef>
              <a:spcAft>
                <a:spcPts val="0"/>
              </a:spcAft>
              <a:buNone/>
            </a:pPr>
            <a:r>
              <a:rPr lang="en" sz="900">
                <a:solidFill>
                  <a:schemeClr val="dk1"/>
                </a:solidFill>
              </a:rPr>
              <a:t>1. </a:t>
            </a:r>
            <a:r>
              <a:rPr lang="en" sz="900">
                <a:solidFill>
                  <a:schemeClr val="dk1"/>
                </a:solidFill>
              </a:rPr>
              <a:t>Mirabelli MC, Quandt SA, Crain R, et al. Symptoms of heat illness among Latino farm workers in North Carolina. </a:t>
            </a:r>
            <a:r>
              <a:rPr i="1" lang="en" sz="900">
                <a:solidFill>
                  <a:schemeClr val="dk1"/>
                </a:solidFill>
              </a:rPr>
              <a:t>Am J Prev Med</a:t>
            </a:r>
            <a:r>
              <a:rPr lang="en" sz="900">
                <a:solidFill>
                  <a:schemeClr val="dk1"/>
                </a:solidFill>
              </a:rPr>
              <a:t>. 2010;39(5):468-471. doi:10.1016/j.amepre.2010.07.008</a:t>
            </a:r>
            <a:endParaRPr sz="900">
              <a:solidFill>
                <a:schemeClr val="dk1"/>
              </a:solidFill>
            </a:endParaRPr>
          </a:p>
          <a:p>
            <a:pPr indent="-137160" lvl="0" marL="137160" rtl="0" algn="l">
              <a:lnSpc>
                <a:spcPct val="115000"/>
              </a:lnSpc>
              <a:spcBef>
                <a:spcPts val="0"/>
              </a:spcBef>
              <a:spcAft>
                <a:spcPts val="0"/>
              </a:spcAft>
              <a:buNone/>
            </a:pPr>
            <a:r>
              <a:rPr lang="en" sz="900">
                <a:solidFill>
                  <a:schemeClr val="dk1"/>
                </a:solidFill>
              </a:rPr>
              <a:t>2. Gubernot DM, Anderson GB, Hunting KL. Characterizing occupational heat-related mortality in the United States, 2000-2010: an analysis using the Census of Fatal Occupational Injuries database. </a:t>
            </a:r>
            <a:r>
              <a:rPr i="1" lang="en" sz="900">
                <a:solidFill>
                  <a:schemeClr val="dk1"/>
                </a:solidFill>
              </a:rPr>
              <a:t>Am J Ind Med</a:t>
            </a:r>
            <a:r>
              <a:rPr lang="en" sz="900">
                <a:solidFill>
                  <a:schemeClr val="dk1"/>
                </a:solidFill>
              </a:rPr>
              <a:t>. 2015;58(2):203-211. doi:10.1002/ajim.22381</a:t>
            </a:r>
            <a:endParaRPr sz="900">
              <a:solidFill>
                <a:schemeClr val="dk1"/>
              </a:solidFill>
            </a:endParaRPr>
          </a:p>
          <a:p>
            <a:pPr indent="-137160" lvl="0" marL="137160" rtl="0" algn="l">
              <a:lnSpc>
                <a:spcPct val="115000"/>
              </a:lnSpc>
              <a:spcBef>
                <a:spcPts val="0"/>
              </a:spcBef>
              <a:spcAft>
                <a:spcPts val="0"/>
              </a:spcAft>
              <a:buNone/>
            </a:pPr>
            <a:r>
              <a:rPr lang="en" sz="900">
                <a:solidFill>
                  <a:schemeClr val="dk1"/>
                </a:solidFill>
              </a:rPr>
              <a:t>3. Arcury TA, Summers P, Talton JW, et al. Heat Illness among North Carolina Latino Farmworkers. </a:t>
            </a:r>
            <a:r>
              <a:rPr i="1" lang="en" sz="900">
                <a:solidFill>
                  <a:schemeClr val="dk1"/>
                </a:solidFill>
              </a:rPr>
              <a:t>J Occup Environ Med Am Coll Occup Environ Med.</a:t>
            </a:r>
            <a:r>
              <a:rPr lang="en" sz="900">
                <a:solidFill>
                  <a:schemeClr val="dk1"/>
                </a:solidFill>
              </a:rPr>
              <a:t> 2015;57(12):1299-1304. doi:10.1097/JOM.0000000000000552</a:t>
            </a:r>
            <a:endParaRPr sz="900">
              <a:solidFill>
                <a:schemeClr val="dk1"/>
              </a:solidFill>
            </a:endParaRPr>
          </a:p>
          <a:p>
            <a:pPr indent="-137160" lvl="0" marL="137160" rtl="0" algn="l">
              <a:lnSpc>
                <a:spcPct val="115000"/>
              </a:lnSpc>
              <a:spcBef>
                <a:spcPts val="0"/>
              </a:spcBef>
              <a:spcAft>
                <a:spcPts val="0"/>
              </a:spcAft>
              <a:buNone/>
            </a:pPr>
            <a:r>
              <a:rPr lang="en" sz="900">
                <a:solidFill>
                  <a:schemeClr val="dk1"/>
                </a:solidFill>
              </a:rPr>
              <a:t>4. Arcury TA, Summers P, Talton JW, Nguyen HT, Chen H, Quandt SA. Job characteristics and work safety climate among North Carolina farmworkers with H-2A visas. </a:t>
            </a:r>
            <a:r>
              <a:rPr i="1" lang="en" sz="900">
                <a:solidFill>
                  <a:schemeClr val="dk1"/>
                </a:solidFill>
              </a:rPr>
              <a:t>J Agromedicine</a:t>
            </a:r>
            <a:r>
              <a:rPr lang="en" sz="900">
                <a:solidFill>
                  <a:schemeClr val="dk1"/>
                </a:solidFill>
              </a:rPr>
              <a:t>. 2015;20(1):64-76. doi:10.1080/1059924X.2014.976732</a:t>
            </a:r>
            <a:endParaRPr sz="900">
              <a:solidFill>
                <a:schemeClr val="dk1"/>
              </a:solidFill>
            </a:endParaRPr>
          </a:p>
          <a:p>
            <a:pPr indent="-137160" lvl="0" marL="137160" rtl="0" algn="l">
              <a:lnSpc>
                <a:spcPct val="115000"/>
              </a:lnSpc>
              <a:spcBef>
                <a:spcPts val="0"/>
              </a:spcBef>
              <a:spcAft>
                <a:spcPts val="0"/>
              </a:spcAft>
              <a:buNone/>
            </a:pPr>
            <a:r>
              <a:rPr lang="en" sz="900">
                <a:solidFill>
                  <a:schemeClr val="dk1"/>
                </a:solidFill>
              </a:rPr>
              <a:t>5. Iglesias-Rios L, O’Neill MS, Handal AJ. Climate Change, Heat, and Farmworker Health. </a:t>
            </a:r>
            <a:r>
              <a:rPr i="1" lang="en" sz="900">
                <a:solidFill>
                  <a:schemeClr val="dk1"/>
                </a:solidFill>
              </a:rPr>
              <a:t>Workplace Health Saf</a:t>
            </a:r>
            <a:r>
              <a:rPr lang="en" sz="900">
                <a:solidFill>
                  <a:schemeClr val="dk1"/>
                </a:solidFill>
              </a:rPr>
              <a:t>. 2023;71(1):43-43. doi:10.1177/21650799221135581</a:t>
            </a:r>
            <a:endParaRPr sz="900">
              <a:solidFill>
                <a:schemeClr val="dk1"/>
              </a:solidFill>
            </a:endParaRPr>
          </a:p>
          <a:p>
            <a:pPr indent="-137160" lvl="0" marL="137160" rtl="0" algn="l">
              <a:lnSpc>
                <a:spcPct val="115000"/>
              </a:lnSpc>
              <a:spcBef>
                <a:spcPts val="0"/>
              </a:spcBef>
              <a:spcAft>
                <a:spcPts val="0"/>
              </a:spcAft>
              <a:buNone/>
            </a:pPr>
            <a:r>
              <a:rPr lang="en" sz="900">
                <a:solidFill>
                  <a:schemeClr val="dk1"/>
                </a:solidFill>
              </a:rPr>
              <a:t>6. Mizelle E, Modly LA, Smith DJ. Farmworker Acceptability of Backpack Hydration Systems. </a:t>
            </a:r>
            <a:r>
              <a:rPr i="1" lang="en" sz="900">
                <a:solidFill>
                  <a:schemeClr val="dk1"/>
                </a:solidFill>
              </a:rPr>
              <a:t>J Agromedicine</a:t>
            </a:r>
            <a:r>
              <a:rPr lang="en" sz="900">
                <a:solidFill>
                  <a:schemeClr val="dk1"/>
                </a:solidFill>
              </a:rPr>
              <a:t>. 2024;29(3):477-485. doi:10.1080/1059924X.2024.2349022</a:t>
            </a:r>
            <a:endParaRPr sz="900">
              <a:solidFill>
                <a:schemeClr val="dk1"/>
              </a:solidFill>
            </a:endParaRPr>
          </a:p>
          <a:p>
            <a:pPr indent="-137160" lvl="0" marL="137160" rtl="0" algn="l">
              <a:lnSpc>
                <a:spcPct val="115000"/>
              </a:lnSpc>
              <a:spcBef>
                <a:spcPts val="0"/>
              </a:spcBef>
              <a:spcAft>
                <a:spcPts val="0"/>
              </a:spcAft>
              <a:buNone/>
            </a:pPr>
            <a:r>
              <a:rPr lang="en" sz="900">
                <a:solidFill>
                  <a:schemeClr val="dk1"/>
                </a:solidFill>
              </a:rPr>
              <a:t>7. Mizelle E, Larson KL, Bolin LP, Kearney GD. Fluid Intake and Hydration Status Among North Carolina Farmworkers: A Mixed Methods Study. </a:t>
            </a:r>
            <a:r>
              <a:rPr i="1" lang="en" sz="900">
                <a:solidFill>
                  <a:schemeClr val="dk1"/>
                </a:solidFill>
              </a:rPr>
              <a:t>Workplace Health Saf</a:t>
            </a:r>
            <a:r>
              <a:rPr lang="en" sz="900">
                <a:solidFill>
                  <a:schemeClr val="dk1"/>
                </a:solidFill>
              </a:rPr>
              <a:t>. 2022;70(12):532-541. doi:10.1177/21650799221117273</a:t>
            </a:r>
            <a:endParaRPr sz="900">
              <a:solidFill>
                <a:schemeClr val="dk1"/>
              </a:solidFill>
            </a:endParaRPr>
          </a:p>
          <a:p>
            <a:pPr indent="-137160" lvl="0" marL="137160" rtl="0" algn="l">
              <a:lnSpc>
                <a:spcPct val="115000"/>
              </a:lnSpc>
              <a:spcBef>
                <a:spcPts val="0"/>
              </a:spcBef>
              <a:spcAft>
                <a:spcPts val="0"/>
              </a:spcAft>
              <a:buNone/>
            </a:pPr>
            <a:r>
              <a:rPr lang="en" sz="900">
                <a:solidFill>
                  <a:schemeClr val="dk1"/>
                </a:solidFill>
              </a:rPr>
              <a:t>8. Perkison WB, Schaefer CM, Green-McKenzie J, Roy RW, Shofer FS, McCarthy RB. Outcomes for a Heat Illness Prevention Program in Outdoor Workers: A 9-Year Overview. </a:t>
            </a:r>
            <a:r>
              <a:rPr i="1" lang="en" sz="900">
                <a:solidFill>
                  <a:schemeClr val="dk1"/>
                </a:solidFill>
              </a:rPr>
              <a:t>J Occup Environ Med</a:t>
            </a:r>
            <a:r>
              <a:rPr lang="en" sz="900">
                <a:solidFill>
                  <a:schemeClr val="dk1"/>
                </a:solidFill>
              </a:rPr>
              <a:t>. 2024;66(4):293. doi:10.1097/JOM.0000000000003051</a:t>
            </a:r>
            <a:endParaRPr sz="900">
              <a:solidFill>
                <a:schemeClr val="dk1"/>
              </a:solidFill>
            </a:endParaRPr>
          </a:p>
          <a:p>
            <a:pPr indent="-137160" lvl="0" marL="137160" rtl="0" algn="l">
              <a:lnSpc>
                <a:spcPct val="115000"/>
              </a:lnSpc>
              <a:spcBef>
                <a:spcPts val="0"/>
              </a:spcBef>
              <a:spcAft>
                <a:spcPts val="0"/>
              </a:spcAft>
              <a:buNone/>
            </a:pPr>
            <a:r>
              <a:rPr lang="en" sz="900">
                <a:solidFill>
                  <a:schemeClr val="dk1"/>
                </a:solidFill>
              </a:rPr>
              <a:t>9. El Khayat M, Halwani DA, Hneiny L, Alameddine I, Haidar MA, Habib RR. Impacts of Climate Change and Heat Stress on Farmworkers’ Health: A Scoping Review. </a:t>
            </a:r>
            <a:r>
              <a:rPr i="1" lang="en" sz="900">
                <a:solidFill>
                  <a:schemeClr val="dk1"/>
                </a:solidFill>
              </a:rPr>
              <a:t>Front Public Health</a:t>
            </a:r>
            <a:r>
              <a:rPr lang="en" sz="900">
                <a:solidFill>
                  <a:schemeClr val="dk1"/>
                </a:solidFill>
              </a:rPr>
              <a:t>. 2022;10. doi:10.3389/fpubh.2022.782811</a:t>
            </a:r>
            <a:endParaRPr sz="900">
              <a:solidFill>
                <a:schemeClr val="dk1"/>
              </a:solidFill>
            </a:endParaRPr>
          </a:p>
          <a:p>
            <a:pPr indent="-137160" lvl="0" marL="137160" rtl="0" algn="l">
              <a:lnSpc>
                <a:spcPct val="115000"/>
              </a:lnSpc>
              <a:spcBef>
                <a:spcPts val="0"/>
              </a:spcBef>
              <a:spcAft>
                <a:spcPts val="0"/>
              </a:spcAft>
              <a:buNone/>
            </a:pPr>
            <a:r>
              <a:rPr lang="en" sz="900">
                <a:solidFill>
                  <a:schemeClr val="dk1"/>
                </a:solidFill>
              </a:rPr>
              <a:t>10. Chicas R, Xiuhtecutli N, Dickman NE, et al. Cooling Interventions Among Agricultural Workers: Qualitative Field-Based Study. </a:t>
            </a:r>
            <a:r>
              <a:rPr i="1" lang="en" sz="900">
                <a:solidFill>
                  <a:schemeClr val="dk1"/>
                </a:solidFill>
              </a:rPr>
              <a:t>Hisp Health Care Int</a:t>
            </a:r>
            <a:r>
              <a:rPr lang="en" sz="900">
                <a:solidFill>
                  <a:schemeClr val="dk1"/>
                </a:solidFill>
              </a:rPr>
              <a:t>. 2021;19(3):174-181. doi:10.1177/1540415321993429</a:t>
            </a:r>
            <a:endParaRPr sz="900">
              <a:solidFill>
                <a:schemeClr val="dk1"/>
              </a:solidFill>
            </a:endParaRPr>
          </a:p>
          <a:p>
            <a:pPr indent="-137160" lvl="0" marL="137160" rtl="0" algn="l">
              <a:lnSpc>
                <a:spcPct val="115000"/>
              </a:lnSpc>
              <a:spcBef>
                <a:spcPts val="0"/>
              </a:spcBef>
              <a:spcAft>
                <a:spcPts val="0"/>
              </a:spcAft>
              <a:buNone/>
            </a:pPr>
            <a:r>
              <a:rPr lang="en" sz="900">
                <a:solidFill>
                  <a:schemeClr val="dk1"/>
                </a:solidFill>
              </a:rPr>
              <a:t>11. Centers for Disease Control (CDC). About Water and Healthier Drinks. Healthy Weight and Growth. March 5, 2026. Accessed April 19, 2026. https://www.cdc.gov/healthy-weight-growth/water-healthy-drinks/index.html</a:t>
            </a:r>
            <a:endParaRPr sz="900">
              <a:solidFill>
                <a:schemeClr val="dk1"/>
              </a:solidFill>
            </a:endParaRPr>
          </a:p>
          <a:p>
            <a:pPr indent="-137160" lvl="0" marL="137160" rtl="0" algn="l">
              <a:lnSpc>
                <a:spcPct val="115000"/>
              </a:lnSpc>
              <a:spcBef>
                <a:spcPts val="0"/>
              </a:spcBef>
              <a:spcAft>
                <a:spcPts val="0"/>
              </a:spcAft>
              <a:buNone/>
            </a:pPr>
            <a:r>
              <a:rPr lang="en" sz="900">
                <a:solidFill>
                  <a:schemeClr val="dk1"/>
                </a:solidFill>
              </a:rPr>
              <a:t>12. Diannes Staal Wasterlund. </a:t>
            </a:r>
            <a:r>
              <a:rPr i="1" lang="en" sz="900">
                <a:solidFill>
                  <a:schemeClr val="dk1"/>
                </a:solidFill>
              </a:rPr>
              <a:t>Managing Heat in Agricultural Work. Increasing Worker Safety and Productivity by Controlling Heat Exposure</a:t>
            </a:r>
            <a:r>
              <a:rPr lang="en" sz="900">
                <a:solidFill>
                  <a:schemeClr val="dk1"/>
                </a:solidFill>
              </a:rPr>
              <a:t>. 1st ed. FAO; 2018. Accessed March 30, 2026. https://openknowledge.fao.org/handle/20.500.14283/i9179en</a:t>
            </a:r>
            <a:endParaRPr sz="900"/>
          </a:p>
        </p:txBody>
      </p:sp>
      <p:sp>
        <p:nvSpPr>
          <p:cNvPr id="614" name="Google Shape;614;p42"/>
          <p:cNvSpPr txBox="1"/>
          <p:nvPr>
            <p:ph type="title"/>
          </p:nvPr>
        </p:nvSpPr>
        <p:spPr>
          <a:xfrm>
            <a:off x="720000" y="3007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References: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AI Attestation</a:t>
            </a:r>
            <a:endParaRPr/>
          </a:p>
        </p:txBody>
      </p:sp>
      <p:sp>
        <p:nvSpPr>
          <p:cNvPr id="620" name="Google Shape;620;p43"/>
          <p:cNvSpPr txBox="1"/>
          <p:nvPr/>
        </p:nvSpPr>
        <p:spPr>
          <a:xfrm>
            <a:off x="1011700" y="1175375"/>
            <a:ext cx="7302000" cy="611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latin typeface="Assistant Medium"/>
                <a:ea typeface="Assistant Medium"/>
                <a:cs typeface="Assistant Medium"/>
                <a:sym typeface="Assistant Medium"/>
              </a:rPr>
              <a:t>We attest that this submission did not use AI in its development or in the creation of any of its components. </a:t>
            </a:r>
            <a:endParaRPr>
              <a:solidFill>
                <a:schemeClr val="dk1"/>
              </a:solidFill>
              <a:latin typeface="Assistant Medium"/>
              <a:ea typeface="Assistant Medium"/>
              <a:cs typeface="Assistant Medium"/>
              <a:sym typeface="Assistant Medium"/>
            </a:endParaRPr>
          </a:p>
          <a:p>
            <a:pPr indent="0" lvl="0" marL="0" rtl="0" algn="l">
              <a:spcBef>
                <a:spcPts val="0"/>
              </a:spcBef>
              <a:spcAft>
                <a:spcPts val="0"/>
              </a:spcAft>
              <a:buNone/>
            </a:pPr>
            <a:r>
              <a:t/>
            </a:r>
            <a:endParaRPr>
              <a:solidFill>
                <a:schemeClr val="dk1"/>
              </a:solidFill>
              <a:latin typeface="Assistant Medium"/>
              <a:ea typeface="Assistant Medium"/>
              <a:cs typeface="Assistant Medium"/>
              <a:sym typeface="Assistant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44"/>
          <p:cNvSpPr txBox="1"/>
          <p:nvPr>
            <p:ph type="title"/>
          </p:nvPr>
        </p:nvSpPr>
        <p:spPr>
          <a:xfrm>
            <a:off x="2347938" y="2042400"/>
            <a:ext cx="4448100" cy="1058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Thanks!</a:t>
            </a:r>
            <a:endParaRPr/>
          </a:p>
        </p:txBody>
      </p:sp>
      <p:sp>
        <p:nvSpPr>
          <p:cNvPr id="626" name="Google Shape;626;p44"/>
          <p:cNvSpPr/>
          <p:nvPr/>
        </p:nvSpPr>
        <p:spPr>
          <a:xfrm rot="10800000">
            <a:off x="1158016" y="539500"/>
            <a:ext cx="735459" cy="739035"/>
          </a:xfrm>
          <a:custGeom>
            <a:rect b="b" l="l" r="r" t="t"/>
            <a:pathLst>
              <a:path extrusionOk="0" h="49658" w="49426">
                <a:moveTo>
                  <a:pt x="21150" y="0"/>
                </a:moveTo>
                <a:cubicBezTo>
                  <a:pt x="18065" y="0"/>
                  <a:pt x="16543" y="1523"/>
                  <a:pt x="16543" y="4608"/>
                </a:cubicBezTo>
                <a:cubicBezTo>
                  <a:pt x="16523" y="8262"/>
                  <a:pt x="16543" y="11915"/>
                  <a:pt x="16543" y="15569"/>
                </a:cubicBezTo>
                <a:lnTo>
                  <a:pt x="16543" y="16563"/>
                </a:lnTo>
                <a:lnTo>
                  <a:pt x="15629" y="16563"/>
                </a:lnTo>
                <a:cubicBezTo>
                  <a:pt x="13126" y="16563"/>
                  <a:pt x="10623" y="16554"/>
                  <a:pt x="8119" y="16554"/>
                </a:cubicBezTo>
                <a:cubicBezTo>
                  <a:pt x="6868" y="16554"/>
                  <a:pt x="5616" y="16557"/>
                  <a:pt x="4364" y="16563"/>
                </a:cubicBezTo>
                <a:cubicBezTo>
                  <a:pt x="1584" y="16563"/>
                  <a:pt x="21" y="18126"/>
                  <a:pt x="0" y="20927"/>
                </a:cubicBezTo>
                <a:cubicBezTo>
                  <a:pt x="0" y="23525"/>
                  <a:pt x="0" y="26144"/>
                  <a:pt x="0" y="28742"/>
                </a:cubicBezTo>
                <a:cubicBezTo>
                  <a:pt x="21" y="29229"/>
                  <a:pt x="41" y="29716"/>
                  <a:pt x="163" y="30183"/>
                </a:cubicBezTo>
                <a:cubicBezTo>
                  <a:pt x="650" y="32030"/>
                  <a:pt x="2152" y="33106"/>
                  <a:pt x="4243" y="33106"/>
                </a:cubicBezTo>
                <a:lnTo>
                  <a:pt x="16523" y="33106"/>
                </a:lnTo>
                <a:lnTo>
                  <a:pt x="16523" y="34121"/>
                </a:lnTo>
                <a:cubicBezTo>
                  <a:pt x="16523" y="37855"/>
                  <a:pt x="16502" y="41590"/>
                  <a:pt x="16523" y="45325"/>
                </a:cubicBezTo>
                <a:cubicBezTo>
                  <a:pt x="16543" y="48065"/>
                  <a:pt x="18146" y="49628"/>
                  <a:pt x="20887" y="49648"/>
                </a:cubicBezTo>
                <a:cubicBezTo>
                  <a:pt x="22592" y="49648"/>
                  <a:pt x="24297" y="49657"/>
                  <a:pt x="26002" y="49657"/>
                </a:cubicBezTo>
                <a:cubicBezTo>
                  <a:pt x="26854" y="49657"/>
                  <a:pt x="27707" y="49655"/>
                  <a:pt x="28559" y="49648"/>
                </a:cubicBezTo>
                <a:cubicBezTo>
                  <a:pt x="31279" y="49628"/>
                  <a:pt x="32882" y="48025"/>
                  <a:pt x="32882" y="45305"/>
                </a:cubicBezTo>
                <a:cubicBezTo>
                  <a:pt x="32882" y="41529"/>
                  <a:pt x="32882" y="37774"/>
                  <a:pt x="32882" y="34019"/>
                </a:cubicBezTo>
                <a:lnTo>
                  <a:pt x="32882" y="33106"/>
                </a:lnTo>
                <a:lnTo>
                  <a:pt x="45041" y="33106"/>
                </a:lnTo>
                <a:cubicBezTo>
                  <a:pt x="47822" y="33106"/>
                  <a:pt x="49425" y="31502"/>
                  <a:pt x="49425" y="28742"/>
                </a:cubicBezTo>
                <a:cubicBezTo>
                  <a:pt x="49425" y="26144"/>
                  <a:pt x="49425" y="23525"/>
                  <a:pt x="49425" y="20927"/>
                </a:cubicBezTo>
                <a:cubicBezTo>
                  <a:pt x="49425" y="18147"/>
                  <a:pt x="47842" y="16563"/>
                  <a:pt x="45041" y="16563"/>
                </a:cubicBezTo>
                <a:cubicBezTo>
                  <a:pt x="43789" y="16557"/>
                  <a:pt x="42537" y="16554"/>
                  <a:pt x="41286" y="16554"/>
                </a:cubicBezTo>
                <a:cubicBezTo>
                  <a:pt x="38782" y="16554"/>
                  <a:pt x="36279" y="16563"/>
                  <a:pt x="33776" y="16563"/>
                </a:cubicBezTo>
                <a:lnTo>
                  <a:pt x="32882" y="16563"/>
                </a:lnTo>
                <a:lnTo>
                  <a:pt x="32882" y="15650"/>
                </a:lnTo>
                <a:cubicBezTo>
                  <a:pt x="32882" y="11875"/>
                  <a:pt x="32882" y="8099"/>
                  <a:pt x="32882" y="4304"/>
                </a:cubicBezTo>
                <a:cubicBezTo>
                  <a:pt x="32882" y="1624"/>
                  <a:pt x="31279" y="21"/>
                  <a:pt x="28600" y="0"/>
                </a:cubicBez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7" name="Google Shape;627;p44"/>
          <p:cNvGrpSpPr/>
          <p:nvPr/>
        </p:nvGrpSpPr>
        <p:grpSpPr>
          <a:xfrm rot="10800000">
            <a:off x="802355" y="1183183"/>
            <a:ext cx="475790" cy="475790"/>
            <a:chOff x="5104475" y="3698925"/>
            <a:chExt cx="475790" cy="475790"/>
          </a:xfrm>
        </p:grpSpPr>
        <p:sp>
          <p:nvSpPr>
            <p:cNvPr id="628" name="Google Shape;628;p44"/>
            <p:cNvSpPr/>
            <p:nvPr/>
          </p:nvSpPr>
          <p:spPr>
            <a:xfrm>
              <a:off x="5104475" y="3698925"/>
              <a:ext cx="475790" cy="475790"/>
            </a:xfrm>
            <a:custGeom>
              <a:rect b="b" l="l" r="r" t="t"/>
              <a:pathLst>
                <a:path extrusionOk="0" h="16929" w="16929">
                  <a:moveTo>
                    <a:pt x="8464" y="0"/>
                  </a:moveTo>
                  <a:cubicBezTo>
                    <a:pt x="3796" y="0"/>
                    <a:pt x="0" y="3796"/>
                    <a:pt x="0" y="8464"/>
                  </a:cubicBezTo>
                  <a:cubicBezTo>
                    <a:pt x="0" y="13133"/>
                    <a:pt x="3796" y="16928"/>
                    <a:pt x="8464" y="16928"/>
                  </a:cubicBezTo>
                  <a:cubicBezTo>
                    <a:pt x="13133" y="16928"/>
                    <a:pt x="16929" y="13133"/>
                    <a:pt x="16929" y="8464"/>
                  </a:cubicBezTo>
                  <a:cubicBezTo>
                    <a:pt x="16929" y="3796"/>
                    <a:pt x="13133" y="0"/>
                    <a:pt x="8464"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44"/>
            <p:cNvSpPr/>
            <p:nvPr/>
          </p:nvSpPr>
          <p:spPr>
            <a:xfrm>
              <a:off x="5204306" y="3798166"/>
              <a:ext cx="276132" cy="277284"/>
            </a:xfrm>
            <a:custGeom>
              <a:rect b="b" l="l" r="r" t="t"/>
              <a:pathLst>
                <a:path extrusionOk="0" h="9866" w="9825">
                  <a:moveTo>
                    <a:pt x="4202" y="1"/>
                  </a:moveTo>
                  <a:cubicBezTo>
                    <a:pt x="3593" y="1"/>
                    <a:pt x="3289" y="285"/>
                    <a:pt x="3289" y="914"/>
                  </a:cubicBezTo>
                  <a:cubicBezTo>
                    <a:pt x="3289" y="1625"/>
                    <a:pt x="3289" y="2355"/>
                    <a:pt x="3289" y="3086"/>
                  </a:cubicBezTo>
                  <a:lnTo>
                    <a:pt x="3289" y="3289"/>
                  </a:lnTo>
                  <a:lnTo>
                    <a:pt x="873" y="3289"/>
                  </a:lnTo>
                  <a:cubicBezTo>
                    <a:pt x="305" y="3289"/>
                    <a:pt x="0" y="3594"/>
                    <a:pt x="0" y="4162"/>
                  </a:cubicBezTo>
                  <a:cubicBezTo>
                    <a:pt x="0" y="4669"/>
                    <a:pt x="0" y="5197"/>
                    <a:pt x="0" y="5705"/>
                  </a:cubicBezTo>
                  <a:cubicBezTo>
                    <a:pt x="0" y="5806"/>
                    <a:pt x="0" y="5908"/>
                    <a:pt x="21" y="6009"/>
                  </a:cubicBezTo>
                  <a:cubicBezTo>
                    <a:pt x="122" y="6374"/>
                    <a:pt x="427" y="6577"/>
                    <a:pt x="833" y="6577"/>
                  </a:cubicBezTo>
                  <a:lnTo>
                    <a:pt x="3289" y="6577"/>
                  </a:lnTo>
                  <a:lnTo>
                    <a:pt x="3289" y="6780"/>
                  </a:lnTo>
                  <a:cubicBezTo>
                    <a:pt x="3289" y="7531"/>
                    <a:pt x="3289" y="8262"/>
                    <a:pt x="3289" y="9013"/>
                  </a:cubicBezTo>
                  <a:cubicBezTo>
                    <a:pt x="3289" y="9561"/>
                    <a:pt x="3613" y="9866"/>
                    <a:pt x="4161" y="9866"/>
                  </a:cubicBezTo>
                  <a:lnTo>
                    <a:pt x="5684" y="9866"/>
                  </a:lnTo>
                  <a:cubicBezTo>
                    <a:pt x="6211" y="9866"/>
                    <a:pt x="6536" y="9561"/>
                    <a:pt x="6536" y="9013"/>
                  </a:cubicBezTo>
                  <a:cubicBezTo>
                    <a:pt x="6536" y="8262"/>
                    <a:pt x="6536" y="7511"/>
                    <a:pt x="6536" y="6760"/>
                  </a:cubicBezTo>
                  <a:lnTo>
                    <a:pt x="6536" y="6577"/>
                  </a:lnTo>
                  <a:lnTo>
                    <a:pt x="8952" y="6577"/>
                  </a:lnTo>
                  <a:cubicBezTo>
                    <a:pt x="9520" y="6577"/>
                    <a:pt x="9824" y="6273"/>
                    <a:pt x="9824" y="5705"/>
                  </a:cubicBezTo>
                  <a:cubicBezTo>
                    <a:pt x="9824" y="5197"/>
                    <a:pt x="9824" y="4669"/>
                    <a:pt x="9824" y="4162"/>
                  </a:cubicBezTo>
                  <a:cubicBezTo>
                    <a:pt x="9824" y="3594"/>
                    <a:pt x="9520" y="3289"/>
                    <a:pt x="8952" y="3289"/>
                  </a:cubicBezTo>
                  <a:lnTo>
                    <a:pt x="6536" y="3289"/>
                  </a:lnTo>
                  <a:lnTo>
                    <a:pt x="6536" y="3106"/>
                  </a:lnTo>
                  <a:cubicBezTo>
                    <a:pt x="6536" y="2355"/>
                    <a:pt x="6536" y="1604"/>
                    <a:pt x="6536" y="853"/>
                  </a:cubicBezTo>
                  <a:cubicBezTo>
                    <a:pt x="6536" y="305"/>
                    <a:pt x="6211" y="1"/>
                    <a:pt x="568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0" name="Google Shape;630;p44"/>
          <p:cNvSpPr/>
          <p:nvPr/>
        </p:nvSpPr>
        <p:spPr>
          <a:xfrm rot="-5400000">
            <a:off x="7562366" y="4485791"/>
            <a:ext cx="114248" cy="114248"/>
          </a:xfrm>
          <a:custGeom>
            <a:rect b="b" l="l" r="r" t="t"/>
            <a:pathLst>
              <a:path extrusionOk="0" h="2680" w="2680">
                <a:moveTo>
                  <a:pt x="1259" y="0"/>
                </a:moveTo>
                <a:cubicBezTo>
                  <a:pt x="1137" y="0"/>
                  <a:pt x="1015" y="102"/>
                  <a:pt x="1015" y="224"/>
                </a:cubicBezTo>
                <a:lnTo>
                  <a:pt x="1015" y="1035"/>
                </a:lnTo>
                <a:lnTo>
                  <a:pt x="224" y="1035"/>
                </a:lnTo>
                <a:cubicBezTo>
                  <a:pt x="102" y="1035"/>
                  <a:pt x="0" y="1137"/>
                  <a:pt x="0" y="1259"/>
                </a:cubicBezTo>
                <a:lnTo>
                  <a:pt x="0" y="1421"/>
                </a:lnTo>
                <a:cubicBezTo>
                  <a:pt x="0" y="1543"/>
                  <a:pt x="102" y="1644"/>
                  <a:pt x="224" y="1644"/>
                </a:cubicBezTo>
                <a:lnTo>
                  <a:pt x="1015" y="1644"/>
                </a:lnTo>
                <a:lnTo>
                  <a:pt x="1015" y="2456"/>
                </a:lnTo>
                <a:cubicBezTo>
                  <a:pt x="1015" y="2578"/>
                  <a:pt x="1137" y="2680"/>
                  <a:pt x="1259" y="2680"/>
                </a:cubicBezTo>
                <a:lnTo>
                  <a:pt x="1421" y="2680"/>
                </a:lnTo>
                <a:cubicBezTo>
                  <a:pt x="1543" y="2680"/>
                  <a:pt x="1644" y="2578"/>
                  <a:pt x="1644" y="2456"/>
                </a:cubicBezTo>
                <a:lnTo>
                  <a:pt x="1644" y="1644"/>
                </a:lnTo>
                <a:lnTo>
                  <a:pt x="2456" y="1644"/>
                </a:lnTo>
                <a:cubicBezTo>
                  <a:pt x="2578" y="1644"/>
                  <a:pt x="2680" y="1543"/>
                  <a:pt x="2680" y="1421"/>
                </a:cubicBezTo>
                <a:lnTo>
                  <a:pt x="2680" y="1259"/>
                </a:lnTo>
                <a:cubicBezTo>
                  <a:pt x="2680" y="1137"/>
                  <a:pt x="2578" y="1035"/>
                  <a:pt x="2456" y="1035"/>
                </a:cubicBezTo>
                <a:lnTo>
                  <a:pt x="1644" y="1035"/>
                </a:lnTo>
                <a:lnTo>
                  <a:pt x="1644" y="224"/>
                </a:lnTo>
                <a:cubicBezTo>
                  <a:pt x="1644" y="102"/>
                  <a:pt x="1543" y="0"/>
                  <a:pt x="1421" y="0"/>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44"/>
          <p:cNvSpPr txBox="1"/>
          <p:nvPr/>
        </p:nvSpPr>
        <p:spPr>
          <a:xfrm>
            <a:off x="2214700" y="3787775"/>
            <a:ext cx="4853700" cy="6981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latin typeface="Assistant Medium"/>
              <a:ea typeface="Assistant Medium"/>
              <a:cs typeface="Assistant Medium"/>
              <a:sym typeface="Assistant Medium"/>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search Methods in Public Health - Doctor of Philosophy (Ph.D.) in Public Health Sciences by Slidesgo">
  <a:themeElements>
    <a:clrScheme name="Simple Light">
      <a:dk1>
        <a:srgbClr val="001B58"/>
      </a:dk1>
      <a:lt1>
        <a:srgbClr val="FFFFFF"/>
      </a:lt1>
      <a:dk2>
        <a:srgbClr val="FFFFFF"/>
      </a:dk2>
      <a:lt2>
        <a:srgbClr val="FFFFFF"/>
      </a:lt2>
      <a:accent1>
        <a:srgbClr val="76A3EE"/>
      </a:accent1>
      <a:accent2>
        <a:srgbClr val="385CB0"/>
      </a:accent2>
      <a:accent3>
        <a:srgbClr val="E3EDFF"/>
      </a:accent3>
      <a:accent4>
        <a:srgbClr val="FFFFFF"/>
      </a:accent4>
      <a:accent5>
        <a:srgbClr val="FFFFFF"/>
      </a:accent5>
      <a:accent6>
        <a:srgbClr val="FFFFFF"/>
      </a:accent6>
      <a:hlink>
        <a:srgbClr val="001B5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